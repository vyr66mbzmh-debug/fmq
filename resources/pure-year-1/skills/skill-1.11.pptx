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c2/ppt/slideMasters/slideMaster1.xml" ContentType="application/vnd.openxmlformats-officedocument.presentationml.slideMaster+xml"/>
  <ns0:Override PartName="/ppt/c2/ppt/slides/slide46.xml" ContentType="application/vnd.openxmlformats-officedocument.presentationml.slide+xml"/>
  <ns0:Override PartName="/ppt/c2/ppt/slides/slide47.xml" ContentType="application/vnd.openxmlformats-officedocument.presentationml.slide+xml"/>
  <ns0:Override PartName="/ppt/c2/ppt/slides/slide48.xml" ContentType="application/vnd.openxmlformats-officedocument.presentationml.slide+xml"/>
  <ns0:Override PartName="/ppt/c2/ppt/slides/slide49.xml" ContentType="application/vnd.openxmlformats-officedocument.presentationml.slide+xml"/>
  <ns0:Override PartName="/ppt/c2/ppt/notesMasters/notesMaster1.xml" ContentType="application/vnd.openxmlformats-officedocument.presentationml.notesMaster+xml"/>
  <ns0:Override PartName="/ppt/c2/ppt/theme/theme1.xml" ContentType="application/vnd.openxmlformats-officedocument.theme+xml"/>
  <ns0:Override PartName="/ppt/c2/ppt/slideLayouts/slideLayout1.xml" ContentType="application/vnd.openxmlformats-officedocument.presentationml.slideLayout+xml"/>
  <ns0:Override PartName="/ppt/c2/ppt/slideLayouts/slideLayout2.xml" ContentType="application/vnd.openxmlformats-officedocument.presentationml.slideLayout+xml"/>
  <ns0:Override PartName="/ppt/c2/ppt/slideLayouts/slideLayout3.xml" ContentType="application/vnd.openxmlformats-officedocument.presentationml.slideLayout+xml"/>
  <ns0:Override PartName="/ppt/c2/ppt/theme/theme2.xml" ContentType="application/vnd.openxmlformats-officedocument.theme+xml"/>
  <ns0:Override PartName="/ppt/c2/ppt/notesSlides/notesSlide14.xml" ContentType="application/vnd.openxmlformats-officedocument.presentationml.notesSlide+xml"/>
  <ns0:Override PartName="/ppt/c2/ppt/notesSlides/notesSlide15.xml" ContentType="application/vnd.openxmlformats-officedocument.presentationml.notesSlide+xml"/>
  <ns0:Override PartName="/ppt/c2/ppt/notesSlides/notesSlide16.xml" ContentType="application/vnd.openxmlformats-officedocument.presentationml.notesSlid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3848" r:id="rId5"/>
  </p:sldMasterIdLst>
  <p:notesMasterIdLst>
    <p:notesMasterId r:id="rId6"/>
  </p:notesMasterIdLst>
  <p:sldIdLst>
    <p:sldId id="256" r:id="rId1"/>
    <p:sldId id="257" r:id="rId2"/>
    <p:sldId id="258" r:id="rId3"/>
    <p:sldId id="259" r:id="rId4"/>
  </p:sldIdLst>
  <p:sldSz cx="9144000" cy="6858000" type="screen4x3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2/ppt/slides/slide46.xml" /><ns0:Relationship Id="rId2" Type="http://schemas.openxmlformats.org/officeDocument/2006/relationships/slide" Target="c2/ppt/slides/slide47.xml" /><ns0:Relationship Id="rId3" Type="http://schemas.openxmlformats.org/officeDocument/2006/relationships/slide" Target="c2/ppt/slides/slide48.xml" /><ns0:Relationship Id="rId4" Type="http://schemas.openxmlformats.org/officeDocument/2006/relationships/slide" Target="c2/ppt/slides/slide49.xml" /><ns0:Relationship Id="rId5" Type="http://schemas.openxmlformats.org/officeDocument/2006/relationships/slideMaster" Target="c2/ppt/slideMasters/slideMaster1.xml" /><ns0:Relationship Id="rId6" Type="http://schemas.openxmlformats.org/officeDocument/2006/relationships/notesMaster" Target="c2/ppt/notesMasters/notesMaster1.xml" /></ns0:Relationships>
</file>

<file path=ppt/c2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2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2/ppt/notesSlides/_rels/notesSlide14.xml.rels><?xml version='1.0' encoding='utf-8'?>
<ns0:Relationships xmlns:ns0="http://schemas.openxmlformats.org/package/2006/relationships"><ns0:Relationship Id="rId2" Type="http://schemas.openxmlformats.org/officeDocument/2006/relationships/slide" Target="../slides/slide47.xml" /><ns0:Relationship Id="rId1" Type="http://schemas.openxmlformats.org/officeDocument/2006/relationships/notesMaster" Target="../notesMasters/notesMaster1.xml" /></ns0:Relationships>
</file>

<file path=ppt/c2/ppt/notesSlides/_rels/notesSlide15.xml.rels><?xml version='1.0' encoding='utf-8'?>
<ns0:Relationships xmlns:ns0="http://schemas.openxmlformats.org/package/2006/relationships"><ns0:Relationship Id="rId2" Type="http://schemas.openxmlformats.org/officeDocument/2006/relationships/slide" Target="../slides/slide48.xml" /><ns0:Relationship Id="rId1" Type="http://schemas.openxmlformats.org/officeDocument/2006/relationships/notesMaster" Target="../notesMasters/notesMaster1.xml" /></ns0:Relationships>
</file>

<file path=ppt/c2/ppt/notesSlides/_rels/notesSlide16.xml.rels><?xml version='1.0' encoding='utf-8'?>
<ns0:Relationships xmlns:ns0="http://schemas.openxmlformats.org/package/2006/relationships"><ns0:Relationship Id="rId2" Type="http://schemas.openxmlformats.org/officeDocument/2006/relationships/slide" Target="../slides/slide49.xml" /><ns0:Relationship Id="rId1" Type="http://schemas.openxmlformats.org/officeDocument/2006/relationships/notesMaster" Target="../notesMasters/notesMaster1.xml" /></ns0:Relationships>
</file>

<file path=ppt/c2/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623186"/>
      </p:ext>
    </p:extLst>
  </p:cSld>
  <p:clrMapOvr>
    <a:masterClrMapping/>
  </p:clrMapOvr>
</p:notes>
</file>

<file path=ppt/c2/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75701"/>
      </p:ext>
    </p:extLst>
  </p:cSld>
  <p:clrMapOvr>
    <a:masterClrMapping/>
  </p:clrMapOvr>
</p:notes>
</file>

<file path=ppt/c2/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5151644"/>
      </p:ext>
    </p:extLst>
  </p:cSld>
  <p:clrMapOvr>
    <a:masterClrMapping/>
  </p:clrMapOvr>
</p:notes>
</file>

<file path=ppt/c2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2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2/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2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23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8"/>
            <a:ext cx="7772400" cy="1470025"/>
          </a:xfr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2794FB-C7EC-52E2-E5CC-9239F0172DA3}"/>
              </a:ext>
            </a:extLst>
          </p:cNvPr>
          <p:cNvSpPr/>
          <p:nvPr userDrawn="1"/>
        </p:nvSpPr>
        <p:spPr>
          <a:xfrm>
            <a:off x="8428871" y="188640"/>
            <a:ext cx="648072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9371667"/>
      </p:ext>
    </p:extLst>
  </p:cSld>
  <p:clrMapOvr>
    <a:masterClrMapping/>
  </p:clrMapOvr>
</p:sldLayout>
</file>

<file path=ppt/c2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c2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2/ppt/slideMasters/_rels/slideMaster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4" Type="http://schemas.openxmlformats.org/officeDocument/2006/relationships/theme" Target="../theme/theme1.xml" /></ns0:Relationships>
</file>

<file path=ppt/c2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96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341FCD68-8B6E-A7C5-AF86-F245AC0086A7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  <p:sldLayoutId id="2147500102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2/ppt/slides/_rels/slide46.xml.rels><?xml version='1.0' encoding='utf-8'?>
<ns0:Relationships xmlns:ns0="http://schemas.openxmlformats.org/package/2006/relationships"><ns0:Relationship Id="rId3" Type="http://schemas.openxmlformats.org/officeDocument/2006/relationships/image" Target="../media/image1630.png" /><ns0:Relationship Id="rId2" Type="http://schemas.openxmlformats.org/officeDocument/2006/relationships/image" Target="../media/image1620.png" /><ns0:Relationship Id="rId1" Type="http://schemas.openxmlformats.org/officeDocument/2006/relationships/slideLayout" Target="../slideLayouts/slideLayout3.xml" /></ns0:Relationships>
</file>

<file path=ppt/c2/ppt/slides/_rels/slide47.xml.rels><?xml version='1.0' encoding='utf-8'?>
<ns0:Relationships xmlns:ns0="http://schemas.openxmlformats.org/package/2006/relationships"><ns0:Relationship Id="rId3" Type="http://schemas.openxmlformats.org/officeDocument/2006/relationships/image" Target="../media/image171.png" /><ns0:Relationship Id="rId7" Type="http://schemas.openxmlformats.org/officeDocument/2006/relationships/image" Target="../media/image175.png" /><ns0:Relationship Id="rId2" Type="http://schemas.openxmlformats.org/officeDocument/2006/relationships/notesSlide" Target="../notesSlides/notesSlide14.xml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174.png" /><ns0:Relationship Id="rId5" Type="http://schemas.openxmlformats.org/officeDocument/2006/relationships/image" Target="../media/image173.png" /><ns0:Relationship Id="rId4" Type="http://schemas.openxmlformats.org/officeDocument/2006/relationships/image" Target="../media/image172.png" /></ns0:Relationships>
</file>

<file path=ppt/c2/ppt/slides/_rels/slide48.xml.rels><?xml version='1.0' encoding='utf-8'?>
<ns0:Relationships xmlns:ns0="http://schemas.openxmlformats.org/package/2006/relationships"><ns0:Relationship Id="rId3" Type="http://schemas.openxmlformats.org/officeDocument/2006/relationships/image" Target="../media/image176.png" /><ns0:Relationship Id="rId2" Type="http://schemas.openxmlformats.org/officeDocument/2006/relationships/notesSlide" Target="../notesSlides/notesSlide15.xml" /><ns0:Relationship Id="rId1" Type="http://schemas.openxmlformats.org/officeDocument/2006/relationships/slideLayout" Target="../slideLayouts/slideLayout3.xml" /><ns0:Relationship Id="rId6" Type="http://schemas.openxmlformats.org/officeDocument/2006/relationships/image" Target="../media/image179.png" /><ns0:Relationship Id="rId5" Type="http://schemas.openxmlformats.org/officeDocument/2006/relationships/image" Target="../media/image178.png" /><ns0:Relationship Id="rId4" Type="http://schemas.openxmlformats.org/officeDocument/2006/relationships/image" Target="../media/image177.png" /></ns0:Relationships>
</file>

<file path=ppt/c2/ppt/slides/_rels/slide49.xml.rels><?xml version='1.0' encoding='utf-8'?>
<ns0:Relationships xmlns:ns0="http://schemas.openxmlformats.org/package/2006/relationships"><ns0:Relationship Id="rId3" Type="http://schemas.openxmlformats.org/officeDocument/2006/relationships/image" Target="../media/image180.png" /><ns0:Relationship Id="rId2" Type="http://schemas.openxmlformats.org/officeDocument/2006/relationships/notesSlide" Target="../notesSlides/notesSlide16.xml" /><ns0:Relationship Id="rId1" Type="http://schemas.openxmlformats.org/officeDocument/2006/relationships/slideLayout" Target="../slideLayouts/slideLayout3.xml" /><ns0:Relationship Id="rId5" Type="http://schemas.openxmlformats.org/officeDocument/2006/relationships/image" Target="../media/image182.png" /><ns0:Relationship Id="rId4" Type="http://schemas.openxmlformats.org/officeDocument/2006/relationships/image" Target="../media/image181.png" /></ns0:Relationships>
</file>

<file path=ppt/c2/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Modelling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81236" y="817662"/>
            <a:ext cx="8208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new A Level has a particular emphasis of the application of theory to real-life situations. A mathematical model is the maths used to model such a situation, possibly with some simplifying assumptions.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19336" y="1929780"/>
                <a:ext cx="8500814" cy="230832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Example (from textbook)</a:t>
                </a:r>
                <a:r>
                  <a:rPr lang="en-GB" dirty="0"/>
                  <a:t>: A spear is thrown over level ground from the top of a tower.</a:t>
                </a:r>
              </a:p>
              <a:p>
                <a:r>
                  <a:rPr lang="en-GB" dirty="0"/>
                  <a:t>The height, in metres, of the spear above the ground after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seconds is modelled by the function: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=12.25+14.7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−4.9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LcParenR"/>
                </a:pPr>
                <a:r>
                  <a:rPr lang="en-GB" dirty="0"/>
                  <a:t>Interpret the meaning of the constant term 12.25 in the model.</a:t>
                </a:r>
              </a:p>
              <a:p>
                <a:pPr marL="342900" indent="-342900">
                  <a:buAutoNum type="alphaLcParenR"/>
                </a:pPr>
                <a:r>
                  <a:rPr lang="en-GB" dirty="0"/>
                  <a:t>After how many seconds does the spear hit the ground?</a:t>
                </a:r>
              </a:p>
              <a:p>
                <a:pPr marL="342900" indent="-342900">
                  <a:buAutoNum type="alphaLcParenR"/>
                </a:pPr>
                <a:r>
                  <a:rPr lang="en-GB" dirty="0"/>
                  <a:t>Write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 are constants to be found.</a:t>
                </a:r>
              </a:p>
              <a:p>
                <a:pPr marL="342900" indent="-342900">
                  <a:buAutoNum type="alphaLcParenR"/>
                </a:pPr>
                <a:r>
                  <a:rPr lang="en-GB" dirty="0"/>
                  <a:t>Using your answer to part c or otherwise, find the maximum height of the spear above the ground, and the time at which this maximum height is reached?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336" y="1929780"/>
                <a:ext cx="8500814" cy="23083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3636" y="4375770"/>
                <a:ext cx="805651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When the time is 0, clearly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=12.25</m:t>
                    </m:r>
                  </m:oMath>
                </a14:m>
                <a:r>
                  <a:rPr lang="en-GB" dirty="0"/>
                  <a:t>. So the 12.25m is the height of the tower. (In general, the constant term of an expression is often the ‘initial value’.</a:t>
                </a:r>
              </a:p>
              <a:p>
                <a:endParaRPr lang="en-GB" dirty="0"/>
              </a:p>
              <a:p>
                <a:r>
                  <a:rPr lang="en-GB" dirty="0"/>
                  <a:t>When it hits the ground,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, thus: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12.25+14.7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−4.9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  <a:p>
                <a:r>
                  <a:rPr lang="en-GB" dirty="0"/>
                  <a:t>Solving gives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=−0.679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=3.68</m:t>
                    </m:r>
                  </m:oMath>
                </a14:m>
                <a:r>
                  <a:rPr lang="en-GB" dirty="0"/>
                  <a:t> (to 3sf) but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=3.68</m:t>
                    </m:r>
                  </m:oMath>
                </a14:m>
                <a:r>
                  <a:rPr lang="en-GB" dirty="0"/>
                  <a:t> (to 3sf)</a:t>
                </a:r>
              </a:p>
              <a:p>
                <a:endParaRPr lang="en-GB" dirty="0"/>
              </a:p>
              <a:p>
                <a:r>
                  <a:rPr lang="en-GB" dirty="0"/>
                  <a:t>By completing the square: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23.275−4.9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−1.5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  <a:p>
                <a:r>
                  <a:rPr lang="en-GB" dirty="0"/>
                  <a:t>The maximum height of the spear is 23.275m, 1.5 seconds after spear is thrown.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36" y="4375770"/>
                <a:ext cx="8056512" cy="2308324"/>
              </a:xfrm>
              <a:prstGeom prst="rect">
                <a:avLst/>
              </a:prstGeom>
              <a:blipFill>
                <a:blip r:embed="rId3"/>
                <a:stretch>
                  <a:fillRect l="-605" t="-1587" b="-3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215944" y="4450279"/>
            <a:ext cx="216881" cy="2366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895" y="5293287"/>
            <a:ext cx="216881" cy="2366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2184" y="6068562"/>
            <a:ext cx="216881" cy="2366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2184" y="6354323"/>
            <a:ext cx="216881" cy="2366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568" y="4431594"/>
            <a:ext cx="8173854" cy="6596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9568" y="5282764"/>
            <a:ext cx="8173854" cy="5761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9568" y="6066239"/>
            <a:ext cx="8173854" cy="2781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568" y="6358519"/>
            <a:ext cx="8173854" cy="2781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2141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c2/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2H Pure Y1 Page 34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54C12DD-0C0E-9AD9-8641-70F50C53C63C}"/>
              </a:ext>
            </a:extLst>
          </p:cNvPr>
          <p:cNvGrpSpPr/>
          <p:nvPr/>
        </p:nvGrpSpPr>
        <p:grpSpPr>
          <a:xfrm>
            <a:off x="107504" y="692696"/>
            <a:ext cx="6408712" cy="2343671"/>
            <a:chOff x="107504" y="692696"/>
            <a:chExt cx="7704856" cy="281767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023165D-1128-00FC-4A70-82DB0DC30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504" y="692696"/>
              <a:ext cx="7236296" cy="2817672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11A55F8-4549-0394-ABF6-0925F8C592AC}"/>
                </a:ext>
              </a:extLst>
            </p:cNvPr>
            <p:cNvSpPr/>
            <p:nvPr/>
          </p:nvSpPr>
          <p:spPr>
            <a:xfrm>
              <a:off x="7020272" y="1628800"/>
              <a:ext cx="792088" cy="1872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F3B5DF1B-3673-B1E7-E0D6-7B1EB5657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743" y="3028582"/>
            <a:ext cx="2734248" cy="21608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81E1B3B-1F54-543F-9621-1AD6D178E3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5327671"/>
            <a:ext cx="3816424" cy="13344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2227D54-097D-647E-635A-4C15886D71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6056" y="3450704"/>
            <a:ext cx="3248478" cy="9240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95D325E-8579-A0D7-909D-2F69C9D2BD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868" y="5125512"/>
            <a:ext cx="4039164" cy="160042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87754D7-A33A-99C5-4581-E9CE243351A5}"/>
              </a:ext>
            </a:extLst>
          </p:cNvPr>
          <p:cNvSpPr/>
          <p:nvPr/>
        </p:nvSpPr>
        <p:spPr>
          <a:xfrm>
            <a:off x="251520" y="3036367"/>
            <a:ext cx="4101998" cy="2160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595E48-2981-1E72-B963-E486AF5E8BBB}"/>
              </a:ext>
            </a:extLst>
          </p:cNvPr>
          <p:cNvSpPr/>
          <p:nvPr/>
        </p:nvSpPr>
        <p:spPr>
          <a:xfrm>
            <a:off x="4873404" y="3036367"/>
            <a:ext cx="3986875" cy="2160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39F0D7-D902-C123-EEA5-765CF18EAE9A}"/>
              </a:ext>
            </a:extLst>
          </p:cNvPr>
          <p:cNvSpPr/>
          <p:nvPr/>
        </p:nvSpPr>
        <p:spPr>
          <a:xfrm>
            <a:off x="251520" y="5266600"/>
            <a:ext cx="4101998" cy="14956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484980-1F67-14A1-5214-73547882DA9B}"/>
              </a:ext>
            </a:extLst>
          </p:cNvPr>
          <p:cNvSpPr/>
          <p:nvPr/>
        </p:nvSpPr>
        <p:spPr>
          <a:xfrm>
            <a:off x="4873404" y="5266600"/>
            <a:ext cx="3986875" cy="14956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d?</a:t>
            </a:r>
          </a:p>
        </p:txBody>
      </p:sp>
    </p:spTree>
    <p:extLst>
      <p:ext uri="{BB962C8B-B14F-4D97-AF65-F5344CB8AC3E}">
        <p14:creationId xmlns:p14="http://schemas.microsoft.com/office/powerpoint/2010/main" val="57489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3" grpId="0" animBg="1"/>
      <p:bldP spid="24" grpId="0" animBg="1"/>
    </p:bldLst>
  </p:timing>
</p:sld>
</file>

<file path=ppt/c2/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2H Pure Y1 Page 34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202DECB-7750-C2E2-3423-DBFC4E2D0273}"/>
              </a:ext>
            </a:extLst>
          </p:cNvPr>
          <p:cNvGrpSpPr/>
          <p:nvPr/>
        </p:nvGrpSpPr>
        <p:grpSpPr>
          <a:xfrm>
            <a:off x="-9143" y="598040"/>
            <a:ext cx="6676208" cy="1702957"/>
            <a:chOff x="-9143" y="598040"/>
            <a:chExt cx="6676208" cy="170295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D6D017B-AA00-934D-8FCF-E8D6E7B8D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9143" y="598040"/>
              <a:ext cx="6660232" cy="1702957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905B1D0-BD9D-7C61-987D-976C9AAA3A13}"/>
                </a:ext>
              </a:extLst>
            </p:cNvPr>
            <p:cNvSpPr/>
            <p:nvPr/>
          </p:nvSpPr>
          <p:spPr>
            <a:xfrm>
              <a:off x="5857376" y="1974847"/>
              <a:ext cx="793713" cy="3196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23E6C8F-3AD8-4CF5-F8D2-6B9A28F1F260}"/>
                </a:ext>
              </a:extLst>
            </p:cNvPr>
            <p:cNvSpPr/>
            <p:nvPr/>
          </p:nvSpPr>
          <p:spPr>
            <a:xfrm>
              <a:off x="5873352" y="1490207"/>
              <a:ext cx="793713" cy="3196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BD830ADD-5194-1604-77B6-985244F48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2311292"/>
            <a:ext cx="3896269" cy="7906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3A0D47-8230-CE31-332A-FCF3988923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3262158"/>
            <a:ext cx="3858163" cy="17909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0E687AC-CA6D-D507-0C92-D569B073E3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2536" y="3429000"/>
            <a:ext cx="3724795" cy="275310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138234-E67B-B4A3-75C2-3679BE9DC6A3}"/>
              </a:ext>
            </a:extLst>
          </p:cNvPr>
          <p:cNvSpPr/>
          <p:nvPr/>
        </p:nvSpPr>
        <p:spPr>
          <a:xfrm>
            <a:off x="194949" y="2423895"/>
            <a:ext cx="8173854" cy="6596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0FF3E2-9108-D505-0069-B8CFF6768861}"/>
              </a:ext>
            </a:extLst>
          </p:cNvPr>
          <p:cNvSpPr/>
          <p:nvPr/>
        </p:nvSpPr>
        <p:spPr>
          <a:xfrm>
            <a:off x="194949" y="3304789"/>
            <a:ext cx="8173854" cy="29551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2665332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c2/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2H Pure Y1 Page 34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DA26101D-2DFD-3D34-2658-208DE8DCD6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5984"/>
          <a:stretch/>
        </p:blipFill>
        <p:spPr>
          <a:xfrm>
            <a:off x="361417" y="3632553"/>
            <a:ext cx="3347864" cy="749605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AA872D9F-8166-E634-5FE7-E854E05EF5EE}"/>
              </a:ext>
            </a:extLst>
          </p:cNvPr>
          <p:cNvGrpSpPr/>
          <p:nvPr/>
        </p:nvGrpSpPr>
        <p:grpSpPr>
          <a:xfrm>
            <a:off x="4306" y="599127"/>
            <a:ext cx="7880062" cy="2743326"/>
            <a:chOff x="4306" y="599127"/>
            <a:chExt cx="5704403" cy="1961277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A048877-FD7B-A716-087F-C9725BDDEC65}"/>
                </a:ext>
              </a:extLst>
            </p:cNvPr>
            <p:cNvGrpSpPr/>
            <p:nvPr/>
          </p:nvGrpSpPr>
          <p:grpSpPr>
            <a:xfrm>
              <a:off x="16040" y="599127"/>
              <a:ext cx="5692669" cy="1102815"/>
              <a:chOff x="0" y="2607682"/>
              <a:chExt cx="6948264" cy="1248191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910240F-88B1-0EF9-6549-BFFD5C32DA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2607682"/>
                <a:ext cx="6948264" cy="1248191"/>
              </a:xfrm>
              <a:prstGeom prst="rect">
                <a:avLst/>
              </a:prstGeom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16404F5-C881-AB6A-2156-F2DCD93A7344}"/>
                  </a:ext>
                </a:extLst>
              </p:cNvPr>
              <p:cNvSpPr/>
              <p:nvPr/>
            </p:nvSpPr>
            <p:spPr>
              <a:xfrm>
                <a:off x="6125951" y="3517931"/>
                <a:ext cx="793713" cy="3196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5E22EB9-6365-0D57-1FAE-CA264F3C2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06" y="1603411"/>
              <a:ext cx="5364088" cy="956993"/>
            </a:xfrm>
            <a:prstGeom prst="rect">
              <a:avLst/>
            </a:prstGeom>
          </p:spPr>
        </p:pic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30DFDC45-6961-798B-3987-1C268081B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807" b="28361"/>
          <a:stretch/>
        </p:blipFill>
        <p:spPr>
          <a:xfrm>
            <a:off x="467544" y="4796264"/>
            <a:ext cx="3347864" cy="136814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D0AB2C5-2AB8-EDC0-09E8-D9846AE5FD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5984"/>
          <a:stretch/>
        </p:blipFill>
        <p:spPr>
          <a:xfrm>
            <a:off x="4716016" y="4941168"/>
            <a:ext cx="3347864" cy="74960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95A9762-8539-B9D9-398F-6A35BBDA888F}"/>
              </a:ext>
            </a:extLst>
          </p:cNvPr>
          <p:cNvSpPr/>
          <p:nvPr/>
        </p:nvSpPr>
        <p:spPr>
          <a:xfrm>
            <a:off x="248218" y="3422155"/>
            <a:ext cx="3567190" cy="1133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2B734C-C22C-175D-D440-8BE2DC89D009}"/>
              </a:ext>
            </a:extLst>
          </p:cNvPr>
          <p:cNvSpPr/>
          <p:nvPr/>
        </p:nvSpPr>
        <p:spPr>
          <a:xfrm>
            <a:off x="248217" y="4739031"/>
            <a:ext cx="3567191" cy="14253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A7D38D8-ECB0-7E9B-77B9-1616BF67C4C7}"/>
              </a:ext>
            </a:extLst>
          </p:cNvPr>
          <p:cNvSpPr/>
          <p:nvPr/>
        </p:nvSpPr>
        <p:spPr>
          <a:xfrm>
            <a:off x="4539712" y="4747190"/>
            <a:ext cx="3567191" cy="13385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</p:spTree>
    <p:extLst>
      <p:ext uri="{BB962C8B-B14F-4D97-AF65-F5344CB8AC3E}">
        <p14:creationId xmlns:p14="http://schemas.microsoft.com/office/powerpoint/2010/main" val="315118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</p:bldLst>
  </p:timing>
</p:sld>
</file>

<file path=ppt/c2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2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