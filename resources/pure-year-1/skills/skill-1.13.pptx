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7/ppt/slideMasters/slideMaster1.xml" ContentType="application/vnd.openxmlformats-officedocument.presentationml.slideMaster+xml"/>
  <ns0:Override PartName="/ppt/c7/ppt/slides/slide4.xml" ContentType="application/vnd.openxmlformats-officedocument.presentationml.slide+xml"/>
  <ns0:Override PartName="/ppt/c7/ppt/slides/slide5.xml" ContentType="application/vnd.openxmlformats-officedocument.presentationml.slide+xml"/>
  <ns0:Override PartName="/ppt/c7/ppt/notesMasters/notesMaster1.xml" ContentType="application/vnd.openxmlformats-officedocument.presentationml.notesMaster+xml"/>
  <ns0:Override PartName="/ppt/c7/ppt/theme/theme1.xml" ContentType="application/vnd.openxmlformats-officedocument.theme+xml"/>
  <ns0:Override PartName="/ppt/c7/ppt/slideLayouts/slideLayout1.xml" ContentType="application/vnd.openxmlformats-officedocument.presentationml.slideLayout+xml"/>
  <ns0:Override PartName="/ppt/c7/ppt/slideLayouts/slideLayout2.xml" ContentType="application/vnd.openxmlformats-officedocument.presentationml.slideLayout+xml"/>
  <ns0:Override PartName="/ppt/c7/ppt/slideLayouts/slideLayout3.xml" ContentType="application/vnd.openxmlformats-officedocument.presentationml.slideLayout+xml"/>
  <ns0:Override PartName="/ppt/c7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348" r:id="rId3"/>
  </p:sldMasterIdLst>
  <p:notesMasterIdLst>
    <p:notesMasterId r:id="rId4"/>
  </p:notesMasterIdLst>
  <p:sldIdLst>
    <p:sldId id="256" r:id="rId1"/>
    <p:sldId id="257" r:id="rId2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7/ppt/slides/slide4.xml" /><ns0:Relationship Id="rId2" Type="http://schemas.openxmlformats.org/officeDocument/2006/relationships/slide" Target="c7/ppt/slides/slide5.xml" /><ns0:Relationship Id="rId3" Type="http://schemas.openxmlformats.org/officeDocument/2006/relationships/slideMaster" Target="c7/ppt/slideMasters/slideMaster1.xml" /><ns0:Relationship Id="rId4" Type="http://schemas.openxmlformats.org/officeDocument/2006/relationships/notesMaster" Target="c7/ppt/notesMasters/notesMaster1.xml" /></ns0:Relationships>
</file>

<file path=ppt/c7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7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02/10/2023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7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8767855"/>
      </p:ext>
    </p:extLst>
  </p:cSld>
  <p:clrMapOvr>
    <a:masterClrMapping/>
  </p:clrMapOvr>
</p:sldLayout>
</file>

<file path=ppt/c7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05891"/>
      </p:ext>
    </p:extLst>
  </p:cSld>
  <p:clrMapOvr>
    <a:masterClrMapping/>
  </p:clrMapOvr>
</p:sldLayout>
</file>

<file path=ppt/c7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12192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657312"/>
      </p:ext>
    </p:extLst>
  </p:cSld>
  <p:clrMapOvr>
    <a:masterClrMapping/>
  </p:clrMapOvr>
</p:sldLayout>
</file>

<file path=ppt/c7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7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20688"/>
            <a:ext cx="109728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88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7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7.png" /><ns0:Relationship Id="rId2" Type="http://schemas.openxmlformats.org/officeDocument/2006/relationships/image" Target="../media/image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0.png" /><ns0:Relationship Id="rId5" Type="http://schemas.openxmlformats.org/officeDocument/2006/relationships/image" Target="../media/image9.png" /><ns0:Relationship Id="rId4" Type="http://schemas.openxmlformats.org/officeDocument/2006/relationships/image" Target="../media/image8.png" /></ns0:Relationships>
</file>

<file path=ppt/c7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17.png" /><ns0:Relationship Id="rId3" Type="http://schemas.openxmlformats.org/officeDocument/2006/relationships/image" Target="../media/image12.png" /><ns0:Relationship Id="rId7" Type="http://schemas.openxmlformats.org/officeDocument/2006/relationships/image" Target="../media/image16.png" /><ns0:Relationship Id="rId12" Type="http://schemas.openxmlformats.org/officeDocument/2006/relationships/image" Target="../media/image21.png" /><ns0:Relationship Id="rId2" Type="http://schemas.openxmlformats.org/officeDocument/2006/relationships/image" Target="../media/image1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5.png" /><ns0:Relationship Id="rId11" Type="http://schemas.openxmlformats.org/officeDocument/2006/relationships/image" Target="../media/image20.png" /><ns0:Relationship Id="rId5" Type="http://schemas.openxmlformats.org/officeDocument/2006/relationships/image" Target="../media/image14.png" /><ns0:Relationship Id="rId10" Type="http://schemas.openxmlformats.org/officeDocument/2006/relationships/image" Target="../media/image19.png" /><ns0:Relationship Id="rId4" Type="http://schemas.openxmlformats.org/officeDocument/2006/relationships/image" Target="../media/image13.png" /><ns0:Relationship Id="rId9" Type="http://schemas.openxmlformats.org/officeDocument/2006/relationships/image" Target="../media/image18.png" /></ns0:Relationships>
</file>

<file path=ppt/c7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Simplifying Algebraic Fractions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86836" y="797555"/>
            <a:ext cx="7272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Recall that you can simplify fractions by </a:t>
            </a:r>
            <a:r>
              <a:rPr lang="en-GB" sz="2000" b="1" dirty="0"/>
              <a:t>dividing</a:t>
            </a:r>
            <a:r>
              <a:rPr lang="en-GB" sz="2000" dirty="0"/>
              <a:t> the numerator and denominator by a </a:t>
            </a:r>
            <a:r>
              <a:rPr lang="en-GB" sz="2000" b="1" dirty="0"/>
              <a:t>common factor</a:t>
            </a:r>
            <a:r>
              <a:rPr lang="en-GB" sz="20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33673" y="1788728"/>
                <a:ext cx="5537356" cy="1017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673" y="1788728"/>
                <a:ext cx="5537356" cy="1017843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718455" y="1268246"/>
            <a:ext cx="266517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Hint</a:t>
            </a:r>
            <a:r>
              <a:rPr lang="en-GB" sz="1400" dirty="0"/>
              <a:t>: To identify common factors we need to factorise first.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967331" y="1757329"/>
            <a:ext cx="701675" cy="31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362317" y="3135681"/>
                <a:ext cx="6913357" cy="96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317" y="3135681"/>
                <a:ext cx="6913357" cy="964110"/>
              </a:xfrm>
              <a:prstGeom prst="rect">
                <a:avLst/>
              </a:prstGeom>
              <a:blipFill>
                <a:blip r:embed="rId3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8112224" y="3038094"/>
            <a:ext cx="2352360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Note</a:t>
            </a:r>
            <a:r>
              <a:rPr lang="en-GB" sz="1400" dirty="0"/>
              <a:t>: Do not leave 1 in the denominator!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681293" y="4577830"/>
                <a:ext cx="7321132" cy="103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+11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+12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+9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+20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293" y="4577830"/>
                <a:ext cx="7321132" cy="103336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949465" y="4093983"/>
            <a:ext cx="367247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Factorise the easier one first because it provides clues to the factorisation of the other.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564260" y="5719824"/>
                <a:ext cx="7321132" cy="103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4−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−8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260" y="5719824"/>
                <a:ext cx="7321132" cy="1033360"/>
              </a:xfrm>
              <a:prstGeom prst="rect">
                <a:avLst/>
              </a:prstGeom>
              <a:blipFill>
                <a:blip r:embed="rId5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8853420" y="5845908"/>
                <a:ext cx="1558002" cy="40261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420" y="5845908"/>
                <a:ext cx="1558002" cy="402611"/>
              </a:xfrm>
              <a:prstGeom prst="rect">
                <a:avLst/>
              </a:prstGeom>
              <a:blipFill>
                <a:blip r:embed="rId6"/>
                <a:stretch>
                  <a:fillRect l="-800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902003" y="1790327"/>
            <a:ext cx="36293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1637" y="3182817"/>
            <a:ext cx="36293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2368" y="4608665"/>
            <a:ext cx="41518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7808" y="5787621"/>
            <a:ext cx="41518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203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c7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7A – Y1 Pages 138-139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913C8B-6B9E-C4EB-BAA1-6EF01BFB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14844"/>
            <a:ext cx="3816424" cy="304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CB120-5268-5EF7-A309-8CB8A8BE9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019809"/>
            <a:ext cx="7772400" cy="616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13BBD-1581-C5BA-C824-8EF77790A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179" y="1666252"/>
            <a:ext cx="2411760" cy="1109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F14E68-29AD-571C-2161-4738C0512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1700808"/>
            <a:ext cx="2411760" cy="11098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E27328-5BB9-A4F9-415E-82B7E0D3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200" y="1700808"/>
            <a:ext cx="2411760" cy="11098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18E66F1-3BED-5407-932A-A6CEFA40DCB3}"/>
              </a:ext>
            </a:extLst>
          </p:cNvPr>
          <p:cNvSpPr/>
          <p:nvPr/>
        </p:nvSpPr>
        <p:spPr>
          <a:xfrm>
            <a:off x="1775063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50291A-6B1D-F96C-474D-D9DC9E634A5F}"/>
              </a:ext>
            </a:extLst>
          </p:cNvPr>
          <p:cNvSpPr/>
          <p:nvPr/>
        </p:nvSpPr>
        <p:spPr>
          <a:xfrm>
            <a:off x="4827905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A50F9-165A-3723-EAA3-41EAF45FD0D2}"/>
              </a:ext>
            </a:extLst>
          </p:cNvPr>
          <p:cNvSpPr/>
          <p:nvPr/>
        </p:nvSpPr>
        <p:spPr>
          <a:xfrm>
            <a:off x="7915608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o?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5CB189-4CE3-C3A9-5BBD-6C1DC1740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062" y="3053196"/>
            <a:ext cx="5709778" cy="9847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3C3119-CE8C-EC18-144E-4AE12BF94D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7967" y="4192774"/>
            <a:ext cx="3143498" cy="5742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2581CE-AD23-C6BD-9946-E381893F52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5736" y="4161851"/>
            <a:ext cx="3253730" cy="6360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6164EA-9576-297B-8A64-18ADDF0C37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2071" y="5013177"/>
            <a:ext cx="2995290" cy="5846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465A84-10A3-A926-D901-9478E9E486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7362" y="4985610"/>
            <a:ext cx="1113533" cy="6583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4E5EBA-0758-B967-5504-F3DC2F6B40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3862" y="5872583"/>
            <a:ext cx="1699766" cy="2705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1D68-D3E8-B672-D5F4-E45398A0043D}"/>
              </a:ext>
            </a:extLst>
          </p:cNvPr>
          <p:cNvSpPr/>
          <p:nvPr/>
        </p:nvSpPr>
        <p:spPr>
          <a:xfrm>
            <a:off x="1775063" y="4143732"/>
            <a:ext cx="8498964" cy="2126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673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3" grpId="0" animBg="1"/>
    </p:bldLst>
  </p:timing>
</p:sld>
</file>

<file path=ppt/c7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7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