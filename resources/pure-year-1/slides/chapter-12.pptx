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0"/>
  </p:notesMasterIdLst>
  <p:sldIdLst>
    <p:sldId id="257" r:id="rId2"/>
    <p:sldId id="483" r:id="rId3"/>
    <p:sldId id="618" r:id="rId4"/>
    <p:sldId id="620" r:id="rId5"/>
    <p:sldId id="619" r:id="rId6"/>
    <p:sldId id="621" r:id="rId7"/>
    <p:sldId id="622" r:id="rId8"/>
    <p:sldId id="623" r:id="rId9"/>
    <p:sldId id="624" r:id="rId10"/>
    <p:sldId id="672" r:id="rId11"/>
    <p:sldId id="673" r:id="rId12"/>
    <p:sldId id="674" r:id="rId13"/>
    <p:sldId id="625" r:id="rId14"/>
    <p:sldId id="626" r:id="rId15"/>
    <p:sldId id="627" r:id="rId16"/>
    <p:sldId id="628" r:id="rId17"/>
    <p:sldId id="629" r:id="rId18"/>
    <p:sldId id="630" r:id="rId19"/>
    <p:sldId id="631" r:id="rId20"/>
    <p:sldId id="675" r:id="rId21"/>
    <p:sldId id="676" r:id="rId22"/>
    <p:sldId id="677" r:id="rId23"/>
    <p:sldId id="633" r:id="rId24"/>
    <p:sldId id="634" r:id="rId25"/>
    <p:sldId id="678" r:id="rId26"/>
    <p:sldId id="679" r:id="rId27"/>
    <p:sldId id="635" r:id="rId28"/>
    <p:sldId id="637" r:id="rId29"/>
    <p:sldId id="638" r:id="rId30"/>
    <p:sldId id="636" r:id="rId31"/>
    <p:sldId id="680" r:id="rId32"/>
    <p:sldId id="681" r:id="rId33"/>
    <p:sldId id="682" r:id="rId34"/>
    <p:sldId id="683" r:id="rId35"/>
    <p:sldId id="639" r:id="rId36"/>
    <p:sldId id="640" r:id="rId37"/>
    <p:sldId id="641" r:id="rId38"/>
    <p:sldId id="642" r:id="rId39"/>
    <p:sldId id="643" r:id="rId40"/>
    <p:sldId id="644" r:id="rId41"/>
    <p:sldId id="684" r:id="rId42"/>
    <p:sldId id="645" r:id="rId43"/>
    <p:sldId id="646" r:id="rId44"/>
    <p:sldId id="647" r:id="rId45"/>
    <p:sldId id="648" r:id="rId46"/>
    <p:sldId id="685" r:id="rId47"/>
    <p:sldId id="686" r:id="rId48"/>
    <p:sldId id="649" r:id="rId49"/>
    <p:sldId id="650" r:id="rId50"/>
    <p:sldId id="651" r:id="rId51"/>
    <p:sldId id="652" r:id="rId52"/>
    <p:sldId id="653" r:id="rId53"/>
    <p:sldId id="654" r:id="rId54"/>
    <p:sldId id="655" r:id="rId55"/>
    <p:sldId id="656" r:id="rId56"/>
    <p:sldId id="657" r:id="rId57"/>
    <p:sldId id="687" r:id="rId58"/>
    <p:sldId id="688" r:id="rId59"/>
    <p:sldId id="689" r:id="rId60"/>
    <p:sldId id="659" r:id="rId61"/>
    <p:sldId id="658" r:id="rId62"/>
    <p:sldId id="660" r:id="rId63"/>
    <p:sldId id="661" r:id="rId64"/>
    <p:sldId id="662" r:id="rId65"/>
    <p:sldId id="664" r:id="rId66"/>
    <p:sldId id="665" r:id="rId67"/>
    <p:sldId id="691" r:id="rId68"/>
    <p:sldId id="690" r:id="rId69"/>
    <p:sldId id="663" r:id="rId70"/>
    <p:sldId id="667" r:id="rId71"/>
    <p:sldId id="666" r:id="rId72"/>
    <p:sldId id="668" r:id="rId73"/>
    <p:sldId id="670" r:id="rId74"/>
    <p:sldId id="693" r:id="rId75"/>
    <p:sldId id="692" r:id="rId76"/>
    <p:sldId id="694" r:id="rId77"/>
    <p:sldId id="695" r:id="rId78"/>
    <p:sldId id="671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0183C-A6D7-264A-A843-3CDEE656E7F2}" v="1" dt="2023-12-30T14:32:10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0979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984" y="16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0400183C-A6D7-264A-A843-3CDEE656E7F2}"/>
    <pc:docChg chg="modMainMaster">
      <pc:chgData name="A Lamagna" userId="51ffa61b-81bf-4463-bdeb-7e3f3f1f8945" providerId="ADAL" clId="{0400183C-A6D7-264A-A843-3CDEE656E7F2}" dt="2023-12-30T14:32:10.096" v="0"/>
      <pc:docMkLst>
        <pc:docMk/>
      </pc:docMkLst>
      <pc:sldMasterChg chg="modSldLayout">
        <pc:chgData name="A Lamagna" userId="51ffa61b-81bf-4463-bdeb-7e3f3f1f8945" providerId="ADAL" clId="{0400183C-A6D7-264A-A843-3CDEE656E7F2}" dt="2023-12-30T14:32:10.096" v="0"/>
        <pc:sldMasterMkLst>
          <pc:docMk/>
          <pc:sldMasterMk cId="1661968726" sldId="2147483661"/>
        </pc:sldMasterMkLst>
        <pc:sldLayoutChg chg="setBg">
          <pc:chgData name="A Lamagna" userId="51ffa61b-81bf-4463-bdeb-7e3f3f1f8945" providerId="ADAL" clId="{0400183C-A6D7-264A-A843-3CDEE656E7F2}" dt="2023-12-30T14:32:10.096" v="0"/>
          <pc:sldLayoutMkLst>
            <pc:docMk/>
            <pc:sldMasterMk cId="1661968726" sldId="2147483661"/>
            <pc:sldLayoutMk cId="2577130973" sldId="2147483663"/>
          </pc:sldLayoutMkLst>
        </pc:sldLayoutChg>
      </pc:sldMasterChg>
    </pc:docChg>
  </pc:docChgLst>
  <pc:docChgLst>
    <pc:chgData name="A Lamagna" userId="51ffa61b-81bf-4463-bdeb-7e3f3f1f8945" providerId="ADAL" clId="{16C6B827-8486-484A-BDCB-9F44988B3EAA}"/>
    <pc:docChg chg="undo custSel addSld delSld modSld sldOrd">
      <pc:chgData name="A Lamagna" userId="51ffa61b-81bf-4463-bdeb-7e3f3f1f8945" providerId="ADAL" clId="{16C6B827-8486-484A-BDCB-9F44988B3EAA}" dt="2023-11-05T23:15:31.087" v="944" actId="1038"/>
      <pc:docMkLst>
        <pc:docMk/>
      </pc:docMkLst>
      <pc:sldChg chg="modSp add mod">
        <pc:chgData name="A Lamagna" userId="51ffa61b-81bf-4463-bdeb-7e3f3f1f8945" providerId="ADAL" clId="{16C6B827-8486-484A-BDCB-9F44988B3EAA}" dt="2023-11-05T09:58:35.745" v="527" actId="207"/>
        <pc:sldMkLst>
          <pc:docMk/>
          <pc:sldMk cId="3309097057" sldId="257"/>
        </pc:sldMkLst>
        <pc:spChg chg="mod">
          <ac:chgData name="A Lamagna" userId="51ffa61b-81bf-4463-bdeb-7e3f3f1f8945" providerId="ADAL" clId="{16C6B827-8486-484A-BDCB-9F44988B3EAA}" dt="2023-11-05T09:58:35.745" v="527" actId="207"/>
          <ac:spMkLst>
            <pc:docMk/>
            <pc:sldMk cId="3309097057" sldId="257"/>
            <ac:spMk id="2" creationId="{00000000-0000-0000-0000-000000000000}"/>
          </ac:spMkLst>
        </pc:spChg>
      </pc:sldChg>
      <pc:sldChg chg="delSp del mod">
        <pc:chgData name="A Lamagna" userId="51ffa61b-81bf-4463-bdeb-7e3f3f1f8945" providerId="ADAL" clId="{16C6B827-8486-484A-BDCB-9F44988B3EAA}" dt="2023-11-05T09:22:02.034" v="30" actId="2696"/>
        <pc:sldMkLst>
          <pc:docMk/>
          <pc:sldMk cId="2913017854" sldId="481"/>
        </pc:sldMkLst>
        <pc:spChg chg="del">
          <ac:chgData name="A Lamagna" userId="51ffa61b-81bf-4463-bdeb-7e3f3f1f8945" providerId="ADAL" clId="{16C6B827-8486-484A-BDCB-9F44988B3EAA}" dt="2023-11-05T09:21:09.814" v="10" actId="478"/>
          <ac:spMkLst>
            <pc:docMk/>
            <pc:sldMk cId="2913017854" sldId="481"/>
            <ac:spMk id="4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20:18.810" v="1" actId="478"/>
          <ac:spMkLst>
            <pc:docMk/>
            <pc:sldMk cId="2913017854" sldId="481"/>
            <ac:spMk id="5" creationId="{5BE48304-06F9-8A46-AE4B-EA305611CFCE}"/>
          </ac:spMkLst>
        </pc:spChg>
        <pc:cxnChg chg="del">
          <ac:chgData name="A Lamagna" userId="51ffa61b-81bf-4463-bdeb-7e3f3f1f8945" providerId="ADAL" clId="{16C6B827-8486-484A-BDCB-9F44988B3EAA}" dt="2023-11-05T09:19:56.725" v="0" actId="478"/>
          <ac:cxnSpMkLst>
            <pc:docMk/>
            <pc:sldMk cId="2913017854" sldId="481"/>
            <ac:cxnSpMk id="8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5:09.412" v="121" actId="1076"/>
        <pc:sldMkLst>
          <pc:docMk/>
          <pc:sldMk cId="3808051470" sldId="483"/>
        </pc:sldMkLst>
        <pc:spChg chg="mod">
          <ac:chgData name="A Lamagna" userId="51ffa61b-81bf-4463-bdeb-7e3f3f1f8945" providerId="ADAL" clId="{16C6B827-8486-484A-BDCB-9F44988B3EAA}" dt="2023-11-05T09:23:07.050" v="43" actId="108"/>
          <ac:spMkLst>
            <pc:docMk/>
            <pc:sldMk cId="3808051470" sldId="483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0:40.920" v="5" actId="20577"/>
          <ac:spMkLst>
            <pc:docMk/>
            <pc:sldMk cId="3808051470" sldId="483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19.638" v="108" actId="1038"/>
          <ac:spMkLst>
            <pc:docMk/>
            <pc:sldMk cId="3808051470" sldId="483"/>
            <ac:spMk id="1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00.908" v="119" actId="1076"/>
          <ac:spMkLst>
            <pc:docMk/>
            <pc:sldMk cId="3808051470" sldId="483"/>
            <ac:spMk id="1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09.412" v="121" actId="1076"/>
          <ac:spMkLst>
            <pc:docMk/>
            <pc:sldMk cId="3808051470" sldId="483"/>
            <ac:spMk id="1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42.596" v="115" actId="1076"/>
          <ac:spMkLst>
            <pc:docMk/>
            <pc:sldMk cId="3808051470" sldId="483"/>
            <ac:spMk id="1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45.956" v="116" actId="1076"/>
          <ac:spMkLst>
            <pc:docMk/>
            <pc:sldMk cId="3808051470" sldId="483"/>
            <ac:spMk id="1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19.638" v="108" actId="1038"/>
          <ac:spMkLst>
            <pc:docMk/>
            <pc:sldMk cId="3808051470" sldId="483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29.797" v="112" actId="14100"/>
          <ac:spMkLst>
            <pc:docMk/>
            <pc:sldMk cId="3808051470" sldId="483"/>
            <ac:spMk id="2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49.268" v="117" actId="1076"/>
          <ac:spMkLst>
            <pc:docMk/>
            <pc:sldMk cId="3808051470" sldId="483"/>
            <ac:spMk id="2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23.685" v="110" actId="1038"/>
          <ac:spMkLst>
            <pc:docMk/>
            <pc:sldMk cId="3808051470" sldId="483"/>
            <ac:spMk id="2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4:55.356" v="118" actId="1076"/>
          <ac:spMkLst>
            <pc:docMk/>
            <pc:sldMk cId="3808051470" sldId="483"/>
            <ac:spMk id="2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04.373" v="120" actId="1076"/>
          <ac:spMkLst>
            <pc:docMk/>
            <pc:sldMk cId="3808051470" sldId="483"/>
            <ac:spMk id="25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07.050" v="43" actId="108"/>
          <ac:cxnSpMkLst>
            <pc:docMk/>
            <pc:sldMk cId="3808051470" sldId="483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5:49.211" v="131" actId="108"/>
        <pc:sldMkLst>
          <pc:docMk/>
          <pc:sldMk cId="851233267" sldId="618"/>
        </pc:sldMkLst>
        <pc:spChg chg="mod">
          <ac:chgData name="A Lamagna" userId="51ffa61b-81bf-4463-bdeb-7e3f3f1f8945" providerId="ADAL" clId="{16C6B827-8486-484A-BDCB-9F44988B3EAA}" dt="2023-11-05T09:23:09.441" v="44" actId="108"/>
          <ac:spMkLst>
            <pc:docMk/>
            <pc:sldMk cId="851233267" sldId="618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8.542" v="130" actId="108"/>
          <ac:spMkLst>
            <pc:docMk/>
            <pc:sldMk cId="851233267" sldId="618"/>
            <ac:spMk id="4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7.406" v="129" actId="108"/>
          <ac:spMkLst>
            <pc:docMk/>
            <pc:sldMk cId="851233267" sldId="618"/>
            <ac:spMk id="5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6.799" v="128" actId="108"/>
          <ac:spMkLst>
            <pc:docMk/>
            <pc:sldMk cId="851233267" sldId="618"/>
            <ac:spMk id="5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5.822" v="127" actId="108"/>
          <ac:spMkLst>
            <pc:docMk/>
            <pc:sldMk cId="851233267" sldId="618"/>
            <ac:spMk id="5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4.917" v="126" actId="108"/>
          <ac:spMkLst>
            <pc:docMk/>
            <pc:sldMk cId="851233267" sldId="618"/>
            <ac:spMk id="5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3.920" v="125" actId="108"/>
          <ac:spMkLst>
            <pc:docMk/>
            <pc:sldMk cId="851233267" sldId="618"/>
            <ac:spMk id="5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33.916" v="124" actId="208"/>
          <ac:spMkLst>
            <pc:docMk/>
            <pc:sldMk cId="851233267" sldId="618"/>
            <ac:spMk id="5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49.211" v="131" actId="108"/>
          <ac:spMkLst>
            <pc:docMk/>
            <pc:sldMk cId="851233267" sldId="618"/>
            <ac:spMk id="64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09.441" v="44" actId="108"/>
          <ac:cxnSpMkLst>
            <pc:docMk/>
            <pc:sldMk cId="851233267" sldId="61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00.478" v="142" actId="108"/>
        <pc:sldMkLst>
          <pc:docMk/>
          <pc:sldMk cId="2953143058" sldId="619"/>
        </pc:sldMkLst>
        <pc:spChg chg="mod">
          <ac:chgData name="A Lamagna" userId="51ffa61b-81bf-4463-bdeb-7e3f3f1f8945" providerId="ADAL" clId="{16C6B827-8486-484A-BDCB-9F44988B3EAA}" dt="2023-11-05T09:23:10.960" v="46" actId="108"/>
          <ac:spMkLst>
            <pc:docMk/>
            <pc:sldMk cId="2953143058" sldId="619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8.522" v="138" actId="108"/>
          <ac:spMkLst>
            <pc:docMk/>
            <pc:sldMk cId="2953143058" sldId="619"/>
            <ac:spMk id="2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7.770" v="137" actId="108"/>
          <ac:spMkLst>
            <pc:docMk/>
            <pc:sldMk cId="2953143058" sldId="619"/>
            <ac:spMk id="2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9.145" v="139" actId="108"/>
          <ac:spMkLst>
            <pc:docMk/>
            <pc:sldMk cId="2953143058" sldId="619"/>
            <ac:spMk id="4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9.592" v="140" actId="108"/>
          <ac:spMkLst>
            <pc:docMk/>
            <pc:sldMk cId="2953143058" sldId="619"/>
            <ac:spMk id="4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0.058" v="141" actId="108"/>
          <ac:spMkLst>
            <pc:docMk/>
            <pc:sldMk cId="2953143058" sldId="619"/>
            <ac:spMk id="4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0.478" v="142" actId="108"/>
          <ac:spMkLst>
            <pc:docMk/>
            <pc:sldMk cId="2953143058" sldId="619"/>
            <ac:spMk id="47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0.960" v="46" actId="108"/>
          <ac:cxnSpMkLst>
            <pc:docMk/>
            <pc:sldMk cId="2953143058" sldId="619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5:55.602" v="136" actId="108"/>
        <pc:sldMkLst>
          <pc:docMk/>
          <pc:sldMk cId="2238044947" sldId="620"/>
        </pc:sldMkLst>
        <pc:spChg chg="mod">
          <ac:chgData name="A Lamagna" userId="51ffa61b-81bf-4463-bdeb-7e3f3f1f8945" providerId="ADAL" clId="{16C6B827-8486-484A-BDCB-9F44988B3EAA}" dt="2023-11-05T09:23:10.274" v="45" actId="108"/>
          <ac:spMkLst>
            <pc:docMk/>
            <pc:sldMk cId="2238044947" sldId="620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3.642" v="133" actId="108"/>
          <ac:spMkLst>
            <pc:docMk/>
            <pc:sldMk cId="2238044947" sldId="620"/>
            <ac:spMk id="1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2.826" v="132" actId="108"/>
          <ac:spMkLst>
            <pc:docMk/>
            <pc:sldMk cId="2238044947" sldId="620"/>
            <ac:spMk id="1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4.145" v="134" actId="108"/>
          <ac:spMkLst>
            <pc:docMk/>
            <pc:sldMk cId="2238044947" sldId="620"/>
            <ac:spMk id="3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5.602" v="136" actId="108"/>
          <ac:spMkLst>
            <pc:docMk/>
            <pc:sldMk cId="2238044947" sldId="620"/>
            <ac:spMk id="4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5:54.792" v="135" actId="108"/>
          <ac:spMkLst>
            <pc:docMk/>
            <pc:sldMk cId="2238044947" sldId="620"/>
            <ac:spMk id="47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0.274" v="45" actId="108"/>
          <ac:cxnSpMkLst>
            <pc:docMk/>
            <pc:sldMk cId="2238044947" sldId="62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11.623" v="47" actId="108"/>
        <pc:sldMkLst>
          <pc:docMk/>
          <pc:sldMk cId="1052921946" sldId="621"/>
        </pc:sldMkLst>
        <pc:spChg chg="mod">
          <ac:chgData name="A Lamagna" userId="51ffa61b-81bf-4463-bdeb-7e3f3f1f8945" providerId="ADAL" clId="{16C6B827-8486-484A-BDCB-9F44988B3EAA}" dt="2023-11-05T09:23:11.623" v="47" actId="108"/>
          <ac:spMkLst>
            <pc:docMk/>
            <pc:sldMk cId="1052921946" sldId="621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1.623" v="47" actId="108"/>
          <ac:cxnSpMkLst>
            <pc:docMk/>
            <pc:sldMk cId="1052921946" sldId="621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02.737" v="144" actId="108"/>
        <pc:sldMkLst>
          <pc:docMk/>
          <pc:sldMk cId="702895692" sldId="622"/>
        </pc:sldMkLst>
        <pc:spChg chg="mod">
          <ac:chgData name="A Lamagna" userId="51ffa61b-81bf-4463-bdeb-7e3f3f1f8945" providerId="ADAL" clId="{16C6B827-8486-484A-BDCB-9F44988B3EAA}" dt="2023-11-05T09:23:12.336" v="48" actId="108"/>
          <ac:spMkLst>
            <pc:docMk/>
            <pc:sldMk cId="702895692" sldId="622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2.241" v="143" actId="108"/>
          <ac:spMkLst>
            <pc:docMk/>
            <pc:sldMk cId="702895692" sldId="622"/>
            <ac:spMk id="1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2.737" v="144" actId="108"/>
          <ac:spMkLst>
            <pc:docMk/>
            <pc:sldMk cId="702895692" sldId="622"/>
            <ac:spMk id="2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2.336" v="48" actId="108"/>
          <ac:cxnSpMkLst>
            <pc:docMk/>
            <pc:sldMk cId="702895692" sldId="62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3:36.731" v="311" actId="1076"/>
        <pc:sldMkLst>
          <pc:docMk/>
          <pc:sldMk cId="3193906009" sldId="623"/>
        </pc:sldMkLst>
        <pc:spChg chg="mod">
          <ac:chgData name="A Lamagna" userId="51ffa61b-81bf-4463-bdeb-7e3f3f1f8945" providerId="ADAL" clId="{16C6B827-8486-484A-BDCB-9F44988B3EAA}" dt="2023-11-05T09:23:13.053" v="49" actId="108"/>
          <ac:spMkLst>
            <pc:docMk/>
            <pc:sldMk cId="3193906009" sldId="623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3:36.731" v="311" actId="1076"/>
          <ac:spMkLst>
            <pc:docMk/>
            <pc:sldMk cId="3193906009" sldId="623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3.592" v="145" actId="108"/>
          <ac:spMkLst>
            <pc:docMk/>
            <pc:sldMk cId="3193906009" sldId="623"/>
            <ac:spMk id="11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3.053" v="49" actId="108"/>
          <ac:cxnSpMkLst>
            <pc:docMk/>
            <pc:sldMk cId="3193906009" sldId="623"/>
            <ac:cxnSpMk id="4" creationId="{00000000-0000-0000-0000-000000000000}"/>
          </ac:cxnSpMkLst>
        </pc:cxnChg>
      </pc:sldChg>
      <pc:sldChg chg="addSp delSp modSp mod modAnim">
        <pc:chgData name="A Lamagna" userId="51ffa61b-81bf-4463-bdeb-7e3f3f1f8945" providerId="ADAL" clId="{16C6B827-8486-484A-BDCB-9F44988B3EAA}" dt="2023-11-05T22:25:16.672" v="583" actId="14100"/>
        <pc:sldMkLst>
          <pc:docMk/>
          <pc:sldMk cId="3852737817" sldId="624"/>
        </pc:sldMkLst>
        <pc:spChg chg="mod">
          <ac:chgData name="A Lamagna" userId="51ffa61b-81bf-4463-bdeb-7e3f3f1f8945" providerId="ADAL" clId="{16C6B827-8486-484A-BDCB-9F44988B3EAA}" dt="2023-11-05T09:32:51.865" v="289" actId="20577"/>
          <ac:spMkLst>
            <pc:docMk/>
            <pc:sldMk cId="3852737817" sldId="624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32:56.596" v="290" actId="478"/>
          <ac:spMkLst>
            <pc:docMk/>
            <pc:sldMk cId="3852737817" sldId="624"/>
            <ac:spMk id="5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25:16.672" v="583" actId="14100"/>
          <ac:spMkLst>
            <pc:docMk/>
            <pc:sldMk cId="3852737817" sldId="624"/>
            <ac:spMk id="6" creationId="{1EC3D2CC-024D-CBC3-C5DB-63AC17DD9174}"/>
          </ac:spMkLst>
        </pc:spChg>
        <pc:spChg chg="del">
          <ac:chgData name="A Lamagna" userId="51ffa61b-81bf-4463-bdeb-7e3f3f1f8945" providerId="ADAL" clId="{16C6B827-8486-484A-BDCB-9F44988B3EAA}" dt="2023-11-05T09:33:08.372" v="291" actId="478"/>
          <ac:spMkLst>
            <pc:docMk/>
            <pc:sldMk cId="3852737817" sldId="624"/>
            <ac:spMk id="7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33:08.372" v="291" actId="478"/>
          <ac:spMkLst>
            <pc:docMk/>
            <pc:sldMk cId="3852737817" sldId="624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3:22.388" v="298" actId="1076"/>
          <ac:spMkLst>
            <pc:docMk/>
            <pc:sldMk cId="3852737817" sldId="624"/>
            <ac:spMk id="9" creationId="{00000000-0000-0000-0000-000000000000}"/>
          </ac:spMkLst>
        </pc:spChg>
        <pc:picChg chg="add mod">
          <ac:chgData name="A Lamagna" userId="51ffa61b-81bf-4463-bdeb-7e3f3f1f8945" providerId="ADAL" clId="{16C6B827-8486-484A-BDCB-9F44988B3EAA}" dt="2023-11-05T22:25:09.087" v="581" actId="1076"/>
          <ac:picMkLst>
            <pc:docMk/>
            <pc:sldMk cId="3852737817" sldId="624"/>
            <ac:picMk id="5" creationId="{2C42A96D-788A-ACED-A57B-6426FBED0BA7}"/>
          </ac:picMkLst>
        </pc:picChg>
        <pc:picChg chg="add mod">
          <ac:chgData name="A Lamagna" userId="51ffa61b-81bf-4463-bdeb-7e3f3f1f8945" providerId="ADAL" clId="{16C6B827-8486-484A-BDCB-9F44988B3EAA}" dt="2023-11-05T09:37:22.809" v="320" actId="14100"/>
          <ac:picMkLst>
            <pc:docMk/>
            <pc:sldMk cId="3852737817" sldId="624"/>
            <ac:picMk id="10" creationId="{12153ABA-5E63-F87F-7D0C-796EB9725F0C}"/>
          </ac:picMkLst>
        </pc:picChg>
        <pc:cxnChg chg="mod">
          <ac:chgData name="A Lamagna" userId="51ffa61b-81bf-4463-bdeb-7e3f3f1f8945" providerId="ADAL" clId="{16C6B827-8486-484A-BDCB-9F44988B3EAA}" dt="2023-11-05T09:23:13.709" v="50" actId="108"/>
          <ac:cxnSpMkLst>
            <pc:docMk/>
            <pc:sldMk cId="3852737817" sldId="624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32:56.596" v="290" actId="478"/>
          <ac:cxnSpMkLst>
            <pc:docMk/>
            <pc:sldMk cId="3852737817" sldId="624"/>
            <ac:cxnSpMk id="6" creationId="{00000000-0000-0000-0000-000000000000}"/>
          </ac:cxnSpMkLst>
        </pc:cxnChg>
      </pc:sldChg>
      <pc:sldChg chg="addSp delSp modSp mod addAnim delAnim">
        <pc:chgData name="A Lamagna" userId="51ffa61b-81bf-4463-bdeb-7e3f3f1f8945" providerId="ADAL" clId="{16C6B827-8486-484A-BDCB-9F44988B3EAA}" dt="2023-11-05T09:59:14.804" v="529" actId="478"/>
        <pc:sldMkLst>
          <pc:docMk/>
          <pc:sldMk cId="3777078604" sldId="625"/>
        </pc:sldMkLst>
        <pc:spChg chg="mod">
          <ac:chgData name="A Lamagna" userId="51ffa61b-81bf-4463-bdeb-7e3f3f1f8945" providerId="ADAL" clId="{16C6B827-8486-484A-BDCB-9F44988B3EAA}" dt="2023-11-05T09:23:14.360" v="51" actId="108"/>
          <ac:spMkLst>
            <pc:docMk/>
            <pc:sldMk cId="3777078604" sldId="625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28:39.093" v="249" actId="478"/>
          <ac:spMkLst>
            <pc:docMk/>
            <pc:sldMk cId="3777078604" sldId="625"/>
            <ac:spMk id="9" creationId="{00000000-0000-0000-0000-000000000000}"/>
          </ac:spMkLst>
        </pc:spChg>
        <pc:spChg chg="add del mod">
          <ac:chgData name="A Lamagna" userId="51ffa61b-81bf-4463-bdeb-7e3f3f1f8945" providerId="ADAL" clId="{16C6B827-8486-484A-BDCB-9F44988B3EAA}" dt="2023-11-05T09:59:14.804" v="529" actId="478"/>
          <ac:spMkLst>
            <pc:docMk/>
            <pc:sldMk cId="3777078604" sldId="625"/>
            <ac:spMk id="26" creationId="{00000000-0000-0000-0000-000000000000}"/>
          </ac:spMkLst>
        </pc:spChg>
        <pc:spChg chg="del mod">
          <ac:chgData name="A Lamagna" userId="51ffa61b-81bf-4463-bdeb-7e3f3f1f8945" providerId="ADAL" clId="{16C6B827-8486-484A-BDCB-9F44988B3EAA}" dt="2023-11-05T09:28:58.486" v="253" actId="478"/>
          <ac:spMkLst>
            <pc:docMk/>
            <pc:sldMk cId="3777078604" sldId="625"/>
            <ac:spMk id="28" creationId="{00000000-0000-0000-0000-000000000000}"/>
          </ac:spMkLst>
        </pc:spChg>
        <pc:picChg chg="del">
          <ac:chgData name="A Lamagna" userId="51ffa61b-81bf-4463-bdeb-7e3f3f1f8945" providerId="ADAL" clId="{16C6B827-8486-484A-BDCB-9F44988B3EAA}" dt="2023-11-05T09:28:36.901" v="248" actId="478"/>
          <ac:picMkLst>
            <pc:docMk/>
            <pc:sldMk cId="3777078604" sldId="625"/>
            <ac:picMk id="8" creationId="{00000000-0000-0000-0000-000000000000}"/>
          </ac:picMkLst>
        </pc:picChg>
        <pc:picChg chg="del">
          <ac:chgData name="A Lamagna" userId="51ffa61b-81bf-4463-bdeb-7e3f3f1f8945" providerId="ADAL" clId="{16C6B827-8486-484A-BDCB-9F44988B3EAA}" dt="2023-11-05T09:28:56.085" v="251" actId="478"/>
          <ac:picMkLst>
            <pc:docMk/>
            <pc:sldMk cId="3777078604" sldId="625"/>
            <ac:picMk id="27" creationId="{00000000-0000-0000-0000-000000000000}"/>
          </ac:picMkLst>
        </pc:picChg>
        <pc:cxnChg chg="mod">
          <ac:chgData name="A Lamagna" userId="51ffa61b-81bf-4463-bdeb-7e3f3f1f8945" providerId="ADAL" clId="{16C6B827-8486-484A-BDCB-9F44988B3EAA}" dt="2023-11-05T09:23:14.360" v="51" actId="108"/>
          <ac:cxnSpMkLst>
            <pc:docMk/>
            <pc:sldMk cId="3777078604" sldId="625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16.386" v="154" actId="108"/>
        <pc:sldMkLst>
          <pc:docMk/>
          <pc:sldMk cId="2661908939" sldId="626"/>
        </pc:sldMkLst>
        <pc:spChg chg="mod">
          <ac:chgData name="A Lamagna" userId="51ffa61b-81bf-4463-bdeb-7e3f3f1f8945" providerId="ADAL" clId="{16C6B827-8486-484A-BDCB-9F44988B3EAA}" dt="2023-11-05T09:23:15.187" v="52" actId="108"/>
          <ac:spMkLst>
            <pc:docMk/>
            <pc:sldMk cId="2661908939" sldId="626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7.993" v="147" actId="108"/>
          <ac:spMkLst>
            <pc:docMk/>
            <pc:sldMk cId="2661908939" sldId="626"/>
            <ac:spMk id="1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8.480" v="148" actId="108"/>
          <ac:spMkLst>
            <pc:docMk/>
            <pc:sldMk cId="2661908939" sldId="626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9.098" v="149" actId="108"/>
          <ac:spMkLst>
            <pc:docMk/>
            <pc:sldMk cId="2661908939" sldId="626"/>
            <ac:spMk id="2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10.710" v="151" actId="108"/>
          <ac:spMkLst>
            <pc:docMk/>
            <pc:sldMk cId="2661908939" sldId="626"/>
            <ac:spMk id="2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09.785" v="150" actId="108"/>
          <ac:spMkLst>
            <pc:docMk/>
            <pc:sldMk cId="2661908939" sldId="626"/>
            <ac:spMk id="2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11.316" v="152" actId="108"/>
          <ac:spMkLst>
            <pc:docMk/>
            <pc:sldMk cId="2661908939" sldId="626"/>
            <ac:spMk id="2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16.386" v="154" actId="108"/>
          <ac:spMkLst>
            <pc:docMk/>
            <pc:sldMk cId="2661908939" sldId="626"/>
            <ac:spMk id="2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15.801" v="153" actId="108"/>
          <ac:spMkLst>
            <pc:docMk/>
            <pc:sldMk cId="2661908939" sldId="626"/>
            <ac:spMk id="26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5.187" v="52" actId="108"/>
          <ac:cxnSpMkLst>
            <pc:docMk/>
            <pc:sldMk cId="2661908939" sldId="62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11.378" v="182" actId="108"/>
        <pc:sldMkLst>
          <pc:docMk/>
          <pc:sldMk cId="3079378667" sldId="627"/>
        </pc:sldMkLst>
        <pc:spChg chg="mod">
          <ac:chgData name="A Lamagna" userId="51ffa61b-81bf-4463-bdeb-7e3f3f1f8945" providerId="ADAL" clId="{16C6B827-8486-484A-BDCB-9F44988B3EAA}" dt="2023-11-05T09:23:15.853" v="53" actId="108"/>
          <ac:spMkLst>
            <pc:docMk/>
            <pc:sldMk cId="3079378667" sldId="627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04.909" v="176" actId="404"/>
          <ac:spMkLst>
            <pc:docMk/>
            <pc:sldMk cId="3079378667" sldId="627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08.179" v="177" actId="108"/>
          <ac:spMkLst>
            <pc:docMk/>
            <pc:sldMk cId="3079378667" sldId="627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09.569" v="179" actId="108"/>
          <ac:spMkLst>
            <pc:docMk/>
            <pc:sldMk cId="3079378667" sldId="627"/>
            <ac:spMk id="1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0.041" v="180" actId="108"/>
          <ac:spMkLst>
            <pc:docMk/>
            <pc:sldMk cId="3079378667" sldId="627"/>
            <ac:spMk id="1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1.378" v="182" actId="108"/>
          <ac:spMkLst>
            <pc:docMk/>
            <pc:sldMk cId="3079378667" sldId="627"/>
            <ac:spMk id="1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0.705" v="181" actId="108"/>
          <ac:spMkLst>
            <pc:docMk/>
            <pc:sldMk cId="3079378667" sldId="627"/>
            <ac:spMk id="1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08.905" v="178" actId="108"/>
          <ac:spMkLst>
            <pc:docMk/>
            <pc:sldMk cId="3079378667" sldId="627"/>
            <ac:spMk id="16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5.853" v="53" actId="108"/>
          <ac:cxnSpMkLst>
            <pc:docMk/>
            <pc:sldMk cId="3079378667" sldId="627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23.310" v="164" actId="108"/>
        <pc:sldMkLst>
          <pc:docMk/>
          <pc:sldMk cId="3845835175" sldId="628"/>
        </pc:sldMkLst>
        <pc:spChg chg="mod">
          <ac:chgData name="A Lamagna" userId="51ffa61b-81bf-4463-bdeb-7e3f3f1f8945" providerId="ADAL" clId="{16C6B827-8486-484A-BDCB-9F44988B3EAA}" dt="2023-11-05T09:23:16.533" v="54" actId="108"/>
          <ac:spMkLst>
            <pc:docMk/>
            <pc:sldMk cId="3845835175" sldId="628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2.544" v="162" actId="108"/>
          <ac:spMkLst>
            <pc:docMk/>
            <pc:sldMk cId="3845835175" sldId="628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2.951" v="163" actId="108"/>
          <ac:spMkLst>
            <pc:docMk/>
            <pc:sldMk cId="3845835175" sldId="628"/>
            <ac:spMk id="1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3.310" v="164" actId="108"/>
          <ac:spMkLst>
            <pc:docMk/>
            <pc:sldMk cId="3845835175" sldId="628"/>
            <ac:spMk id="12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6.533" v="54" actId="108"/>
          <ac:cxnSpMkLst>
            <pc:docMk/>
            <pc:sldMk cId="3845835175" sldId="62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26.411" v="169" actId="108"/>
        <pc:sldMkLst>
          <pc:docMk/>
          <pc:sldMk cId="371820442" sldId="629"/>
        </pc:sldMkLst>
        <pc:spChg chg="mod">
          <ac:chgData name="A Lamagna" userId="51ffa61b-81bf-4463-bdeb-7e3f3f1f8945" providerId="ADAL" clId="{16C6B827-8486-484A-BDCB-9F44988B3EAA}" dt="2023-11-05T09:23:17.174" v="55" actId="108"/>
          <ac:spMkLst>
            <pc:docMk/>
            <pc:sldMk cId="371820442" sldId="629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4.400" v="165" actId="108"/>
          <ac:spMkLst>
            <pc:docMk/>
            <pc:sldMk cId="371820442" sldId="629"/>
            <ac:spMk id="2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4.857" v="166" actId="108"/>
          <ac:spMkLst>
            <pc:docMk/>
            <pc:sldMk cId="371820442" sldId="629"/>
            <ac:spMk id="2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5.282" v="167" actId="108"/>
          <ac:spMkLst>
            <pc:docMk/>
            <pc:sldMk cId="371820442" sldId="629"/>
            <ac:spMk id="2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5.830" v="168" actId="108"/>
          <ac:spMkLst>
            <pc:docMk/>
            <pc:sldMk cId="371820442" sldId="629"/>
            <ac:spMk id="2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6.411" v="169" actId="108"/>
          <ac:spMkLst>
            <pc:docMk/>
            <pc:sldMk cId="371820442" sldId="629"/>
            <ac:spMk id="3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7.174" v="55" actId="108"/>
          <ac:cxnSpMkLst>
            <pc:docMk/>
            <pc:sldMk cId="371820442" sldId="629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28.441" v="172" actId="108"/>
        <pc:sldMkLst>
          <pc:docMk/>
          <pc:sldMk cId="2993960400" sldId="630"/>
        </pc:sldMkLst>
        <pc:spChg chg="mod">
          <ac:chgData name="A Lamagna" userId="51ffa61b-81bf-4463-bdeb-7e3f3f1f8945" providerId="ADAL" clId="{16C6B827-8486-484A-BDCB-9F44988B3EAA}" dt="2023-11-05T09:23:17.853" v="56" actId="108"/>
          <ac:spMkLst>
            <pc:docMk/>
            <pc:sldMk cId="2993960400" sldId="630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7.433" v="170" actId="108"/>
          <ac:spMkLst>
            <pc:docMk/>
            <pc:sldMk cId="2993960400" sldId="630"/>
            <ac:spMk id="2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7.870" v="171" actId="108"/>
          <ac:spMkLst>
            <pc:docMk/>
            <pc:sldMk cId="2993960400" sldId="630"/>
            <ac:spMk id="2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28.441" v="172" actId="108"/>
          <ac:spMkLst>
            <pc:docMk/>
            <pc:sldMk cId="2993960400" sldId="630"/>
            <ac:spMk id="25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7.853" v="56" actId="108"/>
          <ac:cxnSpMkLst>
            <pc:docMk/>
            <pc:sldMk cId="2993960400" sldId="63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6:30.985" v="175" actId="108"/>
        <pc:sldMkLst>
          <pc:docMk/>
          <pc:sldMk cId="2224955687" sldId="631"/>
        </pc:sldMkLst>
        <pc:spChg chg="mod">
          <ac:chgData name="A Lamagna" userId="51ffa61b-81bf-4463-bdeb-7e3f3f1f8945" providerId="ADAL" clId="{16C6B827-8486-484A-BDCB-9F44988B3EAA}" dt="2023-11-05T09:23:18.528" v="57" actId="108"/>
          <ac:spMkLst>
            <pc:docMk/>
            <pc:sldMk cId="2224955687" sldId="631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30" v="173" actId="108"/>
          <ac:spMkLst>
            <pc:docMk/>
            <pc:sldMk cId="2224955687" sldId="631"/>
            <ac:spMk id="1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30.439" v="174" actId="108"/>
          <ac:spMkLst>
            <pc:docMk/>
            <pc:sldMk cId="2224955687" sldId="631"/>
            <ac:spMk id="1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6:30.985" v="175" actId="108"/>
          <ac:spMkLst>
            <pc:docMk/>
            <pc:sldMk cId="2224955687" sldId="631"/>
            <ac:spMk id="14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8.528" v="57" actId="108"/>
          <ac:cxnSpMkLst>
            <pc:docMk/>
            <pc:sldMk cId="2224955687" sldId="631"/>
            <ac:cxnSpMk id="4" creationId="{00000000-0000-0000-0000-000000000000}"/>
          </ac:cxnSpMkLst>
        </pc:cxnChg>
      </pc:sldChg>
      <pc:sldChg chg="modSp del mod">
        <pc:chgData name="A Lamagna" userId="51ffa61b-81bf-4463-bdeb-7e3f3f1f8945" providerId="ADAL" clId="{16C6B827-8486-484A-BDCB-9F44988B3EAA}" dt="2023-11-05T09:39:37.618" v="338" actId="2696"/>
        <pc:sldMkLst>
          <pc:docMk/>
          <pc:sldMk cId="693444349" sldId="632"/>
        </pc:sldMkLst>
        <pc:spChg chg="mod">
          <ac:chgData name="A Lamagna" userId="51ffa61b-81bf-4463-bdeb-7e3f3f1f8945" providerId="ADAL" clId="{16C6B827-8486-484A-BDCB-9F44988B3EAA}" dt="2023-11-05T09:23:19.120" v="58" actId="108"/>
          <ac:spMkLst>
            <pc:docMk/>
            <pc:sldMk cId="693444349" sldId="632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19.120" v="58" actId="108"/>
          <ac:cxnSpMkLst>
            <pc:docMk/>
            <pc:sldMk cId="693444349" sldId="63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19.213" v="192" actId="108"/>
        <pc:sldMkLst>
          <pc:docMk/>
          <pc:sldMk cId="2689449486" sldId="633"/>
        </pc:sldMkLst>
        <pc:spChg chg="mod">
          <ac:chgData name="A Lamagna" userId="51ffa61b-81bf-4463-bdeb-7e3f3f1f8945" providerId="ADAL" clId="{16C6B827-8486-484A-BDCB-9F44988B3EAA}" dt="2023-11-05T09:23:20.101" v="59" actId="108"/>
          <ac:spMkLst>
            <pc:docMk/>
            <pc:sldMk cId="2689449486" sldId="633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4.527" v="184" actId="108"/>
          <ac:spMkLst>
            <pc:docMk/>
            <pc:sldMk cId="2689449486" sldId="633"/>
            <ac:spMk id="1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4.090" v="183" actId="108"/>
          <ac:spMkLst>
            <pc:docMk/>
            <pc:sldMk cId="2689449486" sldId="633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6.071" v="187" actId="108"/>
          <ac:spMkLst>
            <pc:docMk/>
            <pc:sldMk cId="2689449486" sldId="633"/>
            <ac:spMk id="2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6.737" v="188" actId="108"/>
          <ac:spMkLst>
            <pc:docMk/>
            <pc:sldMk cId="2689449486" sldId="633"/>
            <ac:spMk id="2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7.265" v="189" actId="108"/>
          <ac:spMkLst>
            <pc:docMk/>
            <pc:sldMk cId="2689449486" sldId="633"/>
            <ac:spMk id="2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7.703" v="190" actId="108"/>
          <ac:spMkLst>
            <pc:docMk/>
            <pc:sldMk cId="2689449486" sldId="633"/>
            <ac:spMk id="2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5.185" v="185" actId="108"/>
          <ac:spMkLst>
            <pc:docMk/>
            <pc:sldMk cId="2689449486" sldId="633"/>
            <ac:spMk id="2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5.647" v="186" actId="108"/>
          <ac:spMkLst>
            <pc:docMk/>
            <pc:sldMk cId="2689449486" sldId="633"/>
            <ac:spMk id="2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9.213" v="192" actId="108"/>
          <ac:spMkLst>
            <pc:docMk/>
            <pc:sldMk cId="2689449486" sldId="633"/>
            <ac:spMk id="2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18.377" v="191" actId="108"/>
          <ac:spMkLst>
            <pc:docMk/>
            <pc:sldMk cId="2689449486" sldId="633"/>
            <ac:spMk id="27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0.101" v="59" actId="108"/>
          <ac:cxnSpMkLst>
            <pc:docMk/>
            <pc:sldMk cId="2689449486" sldId="633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22.055" v="195" actId="108"/>
        <pc:sldMkLst>
          <pc:docMk/>
          <pc:sldMk cId="2094774285" sldId="634"/>
        </pc:sldMkLst>
        <pc:spChg chg="mod">
          <ac:chgData name="A Lamagna" userId="51ffa61b-81bf-4463-bdeb-7e3f3f1f8945" providerId="ADAL" clId="{16C6B827-8486-484A-BDCB-9F44988B3EAA}" dt="2023-11-05T09:23:20.925" v="60" actId="108"/>
          <ac:spMkLst>
            <pc:docMk/>
            <pc:sldMk cId="2094774285" sldId="634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1.040" v="193" actId="108"/>
          <ac:spMkLst>
            <pc:docMk/>
            <pc:sldMk cId="2094774285" sldId="634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1.628" v="194" actId="108"/>
          <ac:spMkLst>
            <pc:docMk/>
            <pc:sldMk cId="2094774285" sldId="634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2.055" v="195" actId="108"/>
          <ac:spMkLst>
            <pc:docMk/>
            <pc:sldMk cId="2094774285" sldId="634"/>
            <ac:spMk id="11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0.925" v="60" actId="108"/>
          <ac:cxnSpMkLst>
            <pc:docMk/>
            <pc:sldMk cId="2094774285" sldId="634"/>
            <ac:cxnSpMk id="4" creationId="{00000000-0000-0000-0000-000000000000}"/>
          </ac:cxnSpMkLst>
        </pc:cxnChg>
      </pc:sldChg>
      <pc:sldChg chg="delSp modSp mod">
        <pc:chgData name="A Lamagna" userId="51ffa61b-81bf-4463-bdeb-7e3f3f1f8945" providerId="ADAL" clId="{16C6B827-8486-484A-BDCB-9F44988B3EAA}" dt="2023-11-05T10:00:19.644" v="568" actId="1076"/>
        <pc:sldMkLst>
          <pc:docMk/>
          <pc:sldMk cId="120088484" sldId="635"/>
        </pc:sldMkLst>
        <pc:spChg chg="mod">
          <ac:chgData name="A Lamagna" userId="51ffa61b-81bf-4463-bdeb-7e3f3f1f8945" providerId="ADAL" clId="{16C6B827-8486-484A-BDCB-9F44988B3EAA}" dt="2023-11-05T09:59:35.694" v="538" actId="20577"/>
          <ac:spMkLst>
            <pc:docMk/>
            <pc:sldMk cId="120088484" sldId="635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1:14.142" v="354" actId="478"/>
          <ac:spMkLst>
            <pc:docMk/>
            <pc:sldMk cId="120088484" sldId="635"/>
            <ac:spMk id="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19.644" v="568" actId="1076"/>
          <ac:spMkLst>
            <pc:docMk/>
            <pc:sldMk cId="120088484" sldId="635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19.644" v="568" actId="1076"/>
          <ac:spMkLst>
            <pc:docMk/>
            <pc:sldMk cId="120088484" sldId="635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19.644" v="568" actId="1076"/>
          <ac:spMkLst>
            <pc:docMk/>
            <pc:sldMk cId="120088484" sldId="635"/>
            <ac:spMk id="1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1.677" v="61" actId="108"/>
          <ac:cxnSpMkLst>
            <pc:docMk/>
            <pc:sldMk cId="120088484" sldId="635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41:15.710" v="355" actId="478"/>
          <ac:cxnSpMkLst>
            <pc:docMk/>
            <pc:sldMk cId="120088484" sldId="635"/>
            <ac:cxnSpMk id="6" creationId="{00000000-0000-0000-0000-000000000000}"/>
          </ac:cxnSpMkLst>
        </pc:cxnChg>
        <pc:cxnChg chg="mod">
          <ac:chgData name="A Lamagna" userId="51ffa61b-81bf-4463-bdeb-7e3f3f1f8945" providerId="ADAL" clId="{16C6B827-8486-484A-BDCB-9F44988B3EAA}" dt="2023-11-05T10:00:19.644" v="568" actId="1076"/>
          <ac:cxnSpMkLst>
            <pc:docMk/>
            <pc:sldMk cId="120088484" sldId="635"/>
            <ac:cxnSpMk id="11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9:44.552" v="254" actId="6549"/>
        <pc:sldMkLst>
          <pc:docMk/>
          <pc:sldMk cId="2537761237" sldId="636"/>
        </pc:sldMkLst>
        <pc:spChg chg="mod">
          <ac:chgData name="A Lamagna" userId="51ffa61b-81bf-4463-bdeb-7e3f3f1f8945" providerId="ADAL" clId="{16C6B827-8486-484A-BDCB-9F44988B3EAA}" dt="2023-11-05T09:23:23.560" v="64" actId="108"/>
          <ac:spMkLst>
            <pc:docMk/>
            <pc:sldMk cId="2537761237" sldId="636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9:44.552" v="254" actId="6549"/>
          <ac:spMkLst>
            <pc:docMk/>
            <pc:sldMk cId="2537761237" sldId="636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8.592" v="202" actId="108"/>
          <ac:spMkLst>
            <pc:docMk/>
            <pc:sldMk cId="2537761237" sldId="636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9.089" v="203" actId="108"/>
          <ac:spMkLst>
            <pc:docMk/>
            <pc:sldMk cId="2537761237" sldId="636"/>
            <ac:spMk id="1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9.657" v="204" actId="108"/>
          <ac:spMkLst>
            <pc:docMk/>
            <pc:sldMk cId="2537761237" sldId="636"/>
            <ac:spMk id="12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3.560" v="64" actId="108"/>
          <ac:cxnSpMkLst>
            <pc:docMk/>
            <pc:sldMk cId="2537761237" sldId="63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26.208" v="200" actId="108"/>
        <pc:sldMkLst>
          <pc:docMk/>
          <pc:sldMk cId="493787261" sldId="637"/>
        </pc:sldMkLst>
        <pc:spChg chg="mod">
          <ac:chgData name="A Lamagna" userId="51ffa61b-81bf-4463-bdeb-7e3f3f1f8945" providerId="ADAL" clId="{16C6B827-8486-484A-BDCB-9F44988B3EAA}" dt="2023-11-05T09:23:22.325" v="62" actId="108"/>
          <ac:spMkLst>
            <pc:docMk/>
            <pc:sldMk cId="493787261" sldId="637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4.433" v="197" actId="108"/>
          <ac:spMkLst>
            <pc:docMk/>
            <pc:sldMk cId="493787261" sldId="637"/>
            <ac:spMk id="1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5.021" v="198" actId="108"/>
          <ac:spMkLst>
            <pc:docMk/>
            <pc:sldMk cId="493787261" sldId="637"/>
            <ac:spMk id="1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5.553" v="199" actId="108"/>
          <ac:spMkLst>
            <pc:docMk/>
            <pc:sldMk cId="493787261" sldId="637"/>
            <ac:spMk id="1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6.208" v="200" actId="108"/>
          <ac:spMkLst>
            <pc:docMk/>
            <pc:sldMk cId="493787261" sldId="637"/>
            <ac:spMk id="16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2.325" v="62" actId="108"/>
          <ac:cxnSpMkLst>
            <pc:docMk/>
            <pc:sldMk cId="493787261" sldId="637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0:36.277" v="261" actId="6549"/>
        <pc:sldMkLst>
          <pc:docMk/>
          <pc:sldMk cId="2169115440" sldId="638"/>
        </pc:sldMkLst>
        <pc:spChg chg="mod">
          <ac:chgData name="A Lamagna" userId="51ffa61b-81bf-4463-bdeb-7e3f3f1f8945" providerId="ADAL" clId="{16C6B827-8486-484A-BDCB-9F44988B3EAA}" dt="2023-11-05T09:23:22.981" v="63" actId="108"/>
          <ac:spMkLst>
            <pc:docMk/>
            <pc:sldMk cId="2169115440" sldId="638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36.277" v="261" actId="6549"/>
          <ac:spMkLst>
            <pc:docMk/>
            <pc:sldMk cId="2169115440" sldId="638"/>
            <ac:spMk id="1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27.256" v="201" actId="108"/>
          <ac:spMkLst>
            <pc:docMk/>
            <pc:sldMk cId="2169115440" sldId="638"/>
            <ac:spMk id="2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2.981" v="63" actId="108"/>
          <ac:cxnSpMkLst>
            <pc:docMk/>
            <pc:sldMk cId="2169115440" sldId="638"/>
            <ac:cxnSpMk id="4" creationId="{00000000-0000-0000-0000-000000000000}"/>
          </ac:cxnSpMkLst>
        </pc:cxnChg>
      </pc:sldChg>
      <pc:sldChg chg="delSp modSp mod">
        <pc:chgData name="A Lamagna" userId="51ffa61b-81bf-4463-bdeb-7e3f3f1f8945" providerId="ADAL" clId="{16C6B827-8486-484A-BDCB-9F44988B3EAA}" dt="2023-11-05T10:00:52.125" v="579" actId="1076"/>
        <pc:sldMkLst>
          <pc:docMk/>
          <pc:sldMk cId="130947972" sldId="639"/>
        </pc:sldMkLst>
        <pc:spChg chg="mod">
          <ac:chgData name="A Lamagna" userId="51ffa61b-81bf-4463-bdeb-7e3f3f1f8945" providerId="ADAL" clId="{16C6B827-8486-484A-BDCB-9F44988B3EAA}" dt="2023-11-05T10:00:40.540" v="578" actId="20577"/>
          <ac:spMkLst>
            <pc:docMk/>
            <pc:sldMk cId="130947972" sldId="639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2:56.573" v="378" actId="478"/>
          <ac:spMkLst>
            <pc:docMk/>
            <pc:sldMk cId="130947972" sldId="639"/>
            <ac:spMk id="5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10:00:36.525" v="569" actId="478"/>
          <ac:spMkLst>
            <pc:docMk/>
            <pc:sldMk cId="130947972" sldId="639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52.125" v="579" actId="1076"/>
          <ac:spMkLst>
            <pc:docMk/>
            <pc:sldMk cId="130947972" sldId="639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52.125" v="579" actId="1076"/>
          <ac:spMkLst>
            <pc:docMk/>
            <pc:sldMk cId="130947972" sldId="639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52.125" v="579" actId="1076"/>
          <ac:spMkLst>
            <pc:docMk/>
            <pc:sldMk cId="130947972" sldId="639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52.125" v="579" actId="1076"/>
          <ac:spMkLst>
            <pc:docMk/>
            <pc:sldMk cId="130947972" sldId="639"/>
            <ac:spMk id="1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10:00:52.125" v="579" actId="1076"/>
          <ac:spMkLst>
            <pc:docMk/>
            <pc:sldMk cId="130947972" sldId="639"/>
            <ac:spMk id="18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4.193" v="65" actId="108"/>
          <ac:cxnSpMkLst>
            <pc:docMk/>
            <pc:sldMk cId="130947972" sldId="639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42:56.573" v="378" actId="478"/>
          <ac:cxnSpMkLst>
            <pc:docMk/>
            <pc:sldMk cId="130947972" sldId="639"/>
            <ac:cxnSpMk id="6" creationId="{00000000-0000-0000-0000-000000000000}"/>
          </ac:cxnSpMkLst>
        </pc:cxnChg>
        <pc:cxnChg chg="mod">
          <ac:chgData name="A Lamagna" userId="51ffa61b-81bf-4463-bdeb-7e3f3f1f8945" providerId="ADAL" clId="{16C6B827-8486-484A-BDCB-9F44988B3EAA}" dt="2023-11-05T10:00:52.125" v="579" actId="1076"/>
          <ac:cxnSpMkLst>
            <pc:docMk/>
            <pc:sldMk cId="130947972" sldId="639"/>
            <ac:cxnSpMk id="12" creationId="{00000000-0000-0000-0000-000000000000}"/>
          </ac:cxnSpMkLst>
        </pc:cxnChg>
        <pc:cxnChg chg="mod">
          <ac:chgData name="A Lamagna" userId="51ffa61b-81bf-4463-bdeb-7e3f3f1f8945" providerId="ADAL" clId="{16C6B827-8486-484A-BDCB-9F44988B3EAA}" dt="2023-11-05T10:00:52.125" v="579" actId="1076"/>
          <ac:cxnSpMkLst>
            <pc:docMk/>
            <pc:sldMk cId="130947972" sldId="639"/>
            <ac:cxnSpMk id="1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24.813" v="66" actId="108"/>
        <pc:sldMkLst>
          <pc:docMk/>
          <pc:sldMk cId="3214845439" sldId="640"/>
        </pc:sldMkLst>
        <pc:spChg chg="mod">
          <ac:chgData name="A Lamagna" userId="51ffa61b-81bf-4463-bdeb-7e3f3f1f8945" providerId="ADAL" clId="{16C6B827-8486-484A-BDCB-9F44988B3EAA}" dt="2023-11-05T09:23:24.813" v="66" actId="108"/>
          <ac:spMkLst>
            <pc:docMk/>
            <pc:sldMk cId="3214845439" sldId="640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4.813" v="66" actId="108"/>
          <ac:cxnSpMkLst>
            <pc:docMk/>
            <pc:sldMk cId="3214845439" sldId="64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33.251" v="207" actId="108"/>
        <pc:sldMkLst>
          <pc:docMk/>
          <pc:sldMk cId="3804841879" sldId="641"/>
        </pc:sldMkLst>
        <pc:spChg chg="mod">
          <ac:chgData name="A Lamagna" userId="51ffa61b-81bf-4463-bdeb-7e3f3f1f8945" providerId="ADAL" clId="{16C6B827-8486-484A-BDCB-9F44988B3EAA}" dt="2023-11-05T09:23:25.445" v="67" actId="108"/>
          <ac:spMkLst>
            <pc:docMk/>
            <pc:sldMk cId="3804841879" sldId="641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3.251" v="207" actId="108"/>
          <ac:spMkLst>
            <pc:docMk/>
            <pc:sldMk cId="3804841879" sldId="641"/>
            <ac:spMk id="2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2.686" v="206" actId="108"/>
          <ac:spMkLst>
            <pc:docMk/>
            <pc:sldMk cId="3804841879" sldId="641"/>
            <ac:spMk id="2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2.195" v="205" actId="108"/>
          <ac:spMkLst>
            <pc:docMk/>
            <pc:sldMk cId="3804841879" sldId="641"/>
            <ac:spMk id="29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5.445" v="67" actId="108"/>
          <ac:cxnSpMkLst>
            <pc:docMk/>
            <pc:sldMk cId="3804841879" sldId="641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9:55.862" v="255" actId="6549"/>
        <pc:sldMkLst>
          <pc:docMk/>
          <pc:sldMk cId="1312571502" sldId="642"/>
        </pc:sldMkLst>
        <pc:spChg chg="mod">
          <ac:chgData name="A Lamagna" userId="51ffa61b-81bf-4463-bdeb-7e3f3f1f8945" providerId="ADAL" clId="{16C6B827-8486-484A-BDCB-9F44988B3EAA}" dt="2023-11-05T09:23:26.341" v="68" actId="108"/>
          <ac:spMkLst>
            <pc:docMk/>
            <pc:sldMk cId="1312571502" sldId="642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9:55.862" v="255" actId="6549"/>
          <ac:spMkLst>
            <pc:docMk/>
            <pc:sldMk cId="1312571502" sldId="642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4.486" v="209" actId="108"/>
          <ac:spMkLst>
            <pc:docMk/>
            <pc:sldMk cId="1312571502" sldId="642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4.080" v="208" actId="108"/>
          <ac:spMkLst>
            <pc:docMk/>
            <pc:sldMk cId="1312571502" sldId="642"/>
            <ac:spMk id="11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6.341" v="68" actId="108"/>
          <ac:cxnSpMkLst>
            <pc:docMk/>
            <pc:sldMk cId="1312571502" sldId="64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35.750" v="211" actId="108"/>
        <pc:sldMkLst>
          <pc:docMk/>
          <pc:sldMk cId="1867304660" sldId="643"/>
        </pc:sldMkLst>
        <pc:spChg chg="mod">
          <ac:chgData name="A Lamagna" userId="51ffa61b-81bf-4463-bdeb-7e3f3f1f8945" providerId="ADAL" clId="{16C6B827-8486-484A-BDCB-9F44988B3EAA}" dt="2023-11-05T09:23:27.047" v="69" actId="108"/>
          <ac:spMkLst>
            <pc:docMk/>
            <pc:sldMk cId="1867304660" sldId="643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5.750" v="211" actId="108"/>
          <ac:spMkLst>
            <pc:docMk/>
            <pc:sldMk cId="1867304660" sldId="643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5.360" v="210" actId="108"/>
          <ac:spMkLst>
            <pc:docMk/>
            <pc:sldMk cId="1867304660" sldId="643"/>
            <ac:spMk id="1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7.047" v="69" actId="108"/>
          <ac:cxnSpMkLst>
            <pc:docMk/>
            <pc:sldMk cId="1867304660" sldId="643"/>
            <ac:cxnSpMk id="4" creationId="{00000000-0000-0000-0000-000000000000}"/>
          </ac:cxnSpMkLst>
        </pc:cxnChg>
      </pc:sldChg>
      <pc:sldChg chg="addSp delSp modSp mod modAnim">
        <pc:chgData name="A Lamagna" userId="51ffa61b-81bf-4463-bdeb-7e3f3f1f8945" providerId="ADAL" clId="{16C6B827-8486-484A-BDCB-9F44988B3EAA}" dt="2023-11-05T22:54:59.371" v="757" actId="14100"/>
        <pc:sldMkLst>
          <pc:docMk/>
          <pc:sldMk cId="3137855622" sldId="644"/>
        </pc:sldMkLst>
        <pc:spChg chg="mod">
          <ac:chgData name="A Lamagna" userId="51ffa61b-81bf-4463-bdeb-7e3f3f1f8945" providerId="ADAL" clId="{16C6B827-8486-484A-BDCB-9F44988B3EAA}" dt="2023-11-05T09:45:30.747" v="405" actId="20577"/>
          <ac:spMkLst>
            <pc:docMk/>
            <pc:sldMk cId="3137855622" sldId="644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5:33.514" v="406" actId="478"/>
          <ac:spMkLst>
            <pc:docMk/>
            <pc:sldMk cId="3137855622" sldId="644"/>
            <ac:spMk id="5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54:55.462" v="756" actId="14100"/>
          <ac:spMkLst>
            <pc:docMk/>
            <pc:sldMk cId="3137855622" sldId="644"/>
            <ac:spMk id="6" creationId="{1CA42F90-F98A-6C03-4536-8A4845F6C6E4}"/>
          </ac:spMkLst>
        </pc:spChg>
        <pc:picChg chg="add mod">
          <ac:chgData name="A Lamagna" userId="51ffa61b-81bf-4463-bdeb-7e3f3f1f8945" providerId="ADAL" clId="{16C6B827-8486-484A-BDCB-9F44988B3EAA}" dt="2023-11-05T22:53:54.034" v="754" actId="1076"/>
          <ac:picMkLst>
            <pc:docMk/>
            <pc:sldMk cId="3137855622" sldId="644"/>
            <ac:picMk id="5" creationId="{6F613ADB-1984-EDF4-B3C7-823DE3A5EDBA}"/>
          </ac:picMkLst>
        </pc:picChg>
        <pc:picChg chg="add mod">
          <ac:chgData name="A Lamagna" userId="51ffa61b-81bf-4463-bdeb-7e3f3f1f8945" providerId="ADAL" clId="{16C6B827-8486-484A-BDCB-9F44988B3EAA}" dt="2023-11-05T22:54:59.371" v="757" actId="14100"/>
          <ac:picMkLst>
            <pc:docMk/>
            <pc:sldMk cId="3137855622" sldId="644"/>
            <ac:picMk id="7" creationId="{667F57B6-7AAB-C486-D750-5EDE8B02AA61}"/>
          </ac:picMkLst>
        </pc:picChg>
        <pc:cxnChg chg="mod">
          <ac:chgData name="A Lamagna" userId="51ffa61b-81bf-4463-bdeb-7e3f3f1f8945" providerId="ADAL" clId="{16C6B827-8486-484A-BDCB-9F44988B3EAA}" dt="2023-11-05T09:23:27.637" v="70" actId="108"/>
          <ac:cxnSpMkLst>
            <pc:docMk/>
            <pc:sldMk cId="3137855622" sldId="644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45:33.514" v="406" actId="478"/>
          <ac:cxnSpMkLst>
            <pc:docMk/>
            <pc:sldMk cId="3137855622" sldId="644"/>
            <ac:cxnSpMk id="6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28.303" v="71" actId="108"/>
        <pc:sldMkLst>
          <pc:docMk/>
          <pc:sldMk cId="130389274" sldId="645"/>
        </pc:sldMkLst>
        <pc:spChg chg="mod">
          <ac:chgData name="A Lamagna" userId="51ffa61b-81bf-4463-bdeb-7e3f3f1f8945" providerId="ADAL" clId="{16C6B827-8486-484A-BDCB-9F44988B3EAA}" dt="2023-11-05T09:23:28.303" v="71" actId="108"/>
          <ac:spMkLst>
            <pc:docMk/>
            <pc:sldMk cId="130389274" sldId="645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8.303" v="71" actId="108"/>
          <ac:cxnSpMkLst>
            <pc:docMk/>
            <pc:sldMk cId="130389274" sldId="645"/>
            <ac:cxnSpMk id="4" creationId="{00000000-0000-0000-0000-000000000000}"/>
          </ac:cxnSpMkLst>
        </pc:cxnChg>
      </pc:sldChg>
      <pc:sldChg chg="delSp modSp mod delAnim">
        <pc:chgData name="A Lamagna" userId="51ffa61b-81bf-4463-bdeb-7e3f3f1f8945" providerId="ADAL" clId="{16C6B827-8486-484A-BDCB-9F44988B3EAA}" dt="2023-11-05T09:46:50.766" v="414" actId="478"/>
        <pc:sldMkLst>
          <pc:docMk/>
          <pc:sldMk cId="4056519408" sldId="646"/>
        </pc:sldMkLst>
        <pc:spChg chg="mod">
          <ac:chgData name="A Lamagna" userId="51ffa61b-81bf-4463-bdeb-7e3f3f1f8945" providerId="ADAL" clId="{16C6B827-8486-484A-BDCB-9F44988B3EAA}" dt="2023-11-05T09:23:28.960" v="72" actId="108"/>
          <ac:spMkLst>
            <pc:docMk/>
            <pc:sldMk cId="4056519408" sldId="646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6:50.766" v="414" actId="478"/>
          <ac:spMkLst>
            <pc:docMk/>
            <pc:sldMk cId="4056519408" sldId="646"/>
            <ac:spMk id="30" creationId="{00000000-0000-0000-0000-000000000000}"/>
          </ac:spMkLst>
        </pc:spChg>
        <pc:picChg chg="del">
          <ac:chgData name="A Lamagna" userId="51ffa61b-81bf-4463-bdeb-7e3f3f1f8945" providerId="ADAL" clId="{16C6B827-8486-484A-BDCB-9F44988B3EAA}" dt="2023-11-05T09:46:47.881" v="413" actId="478"/>
          <ac:picMkLst>
            <pc:docMk/>
            <pc:sldMk cId="4056519408" sldId="646"/>
            <ac:picMk id="8" creationId="{00000000-0000-0000-0000-000000000000}"/>
          </ac:picMkLst>
        </pc:picChg>
        <pc:picChg chg="del">
          <ac:chgData name="A Lamagna" userId="51ffa61b-81bf-4463-bdeb-7e3f3f1f8945" providerId="ADAL" clId="{16C6B827-8486-484A-BDCB-9F44988B3EAA}" dt="2023-11-05T09:46:50.766" v="414" actId="478"/>
          <ac:picMkLst>
            <pc:docMk/>
            <pc:sldMk cId="4056519408" sldId="646"/>
            <ac:picMk id="29" creationId="{00000000-0000-0000-0000-000000000000}"/>
          </ac:picMkLst>
        </pc:picChg>
        <pc:cxnChg chg="mod">
          <ac:chgData name="A Lamagna" userId="51ffa61b-81bf-4463-bdeb-7e3f3f1f8945" providerId="ADAL" clId="{16C6B827-8486-484A-BDCB-9F44988B3EAA}" dt="2023-11-05T09:23:28.960" v="72" actId="108"/>
          <ac:cxnSpMkLst>
            <pc:docMk/>
            <pc:sldMk cId="4056519408" sldId="64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38.989" v="213" actId="108"/>
        <pc:sldMkLst>
          <pc:docMk/>
          <pc:sldMk cId="1981163926" sldId="647"/>
        </pc:sldMkLst>
        <pc:spChg chg="mod">
          <ac:chgData name="A Lamagna" userId="51ffa61b-81bf-4463-bdeb-7e3f3f1f8945" providerId="ADAL" clId="{16C6B827-8486-484A-BDCB-9F44988B3EAA}" dt="2023-11-05T09:23:29.597" v="73" actId="108"/>
          <ac:spMkLst>
            <pc:docMk/>
            <pc:sldMk cId="1981163926" sldId="647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8.989" v="213" actId="108"/>
          <ac:spMkLst>
            <pc:docMk/>
            <pc:sldMk cId="1981163926" sldId="647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8.546" v="212" actId="108"/>
          <ac:spMkLst>
            <pc:docMk/>
            <pc:sldMk cId="1981163926" sldId="647"/>
            <ac:spMk id="1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29.597" v="73" actId="108"/>
          <ac:cxnSpMkLst>
            <pc:docMk/>
            <pc:sldMk cId="1981163926" sldId="647"/>
            <ac:cxnSpMk id="4" creationId="{00000000-0000-0000-0000-000000000000}"/>
          </ac:cxnSpMkLst>
        </pc:cxnChg>
      </pc:sldChg>
      <pc:sldChg chg="addSp delSp modSp mod">
        <pc:chgData name="A Lamagna" userId="51ffa61b-81bf-4463-bdeb-7e3f3f1f8945" providerId="ADAL" clId="{16C6B827-8486-484A-BDCB-9F44988B3EAA}" dt="2023-11-05T09:47:55.768" v="425" actId="478"/>
        <pc:sldMkLst>
          <pc:docMk/>
          <pc:sldMk cId="2378107595" sldId="648"/>
        </pc:sldMkLst>
        <pc:spChg chg="mod">
          <ac:chgData name="A Lamagna" userId="51ffa61b-81bf-4463-bdeb-7e3f3f1f8945" providerId="ADAL" clId="{16C6B827-8486-484A-BDCB-9F44988B3EAA}" dt="2023-11-05T09:23:30.167" v="74" actId="108"/>
          <ac:spMkLst>
            <pc:docMk/>
            <pc:sldMk cId="2378107595" sldId="648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39.801" v="214" actId="108"/>
          <ac:spMkLst>
            <pc:docMk/>
            <pc:sldMk cId="2378107595" sldId="648"/>
            <ac:spMk id="7" creationId="{00000000-0000-0000-0000-000000000000}"/>
          </ac:spMkLst>
        </pc:spChg>
        <pc:spChg chg="add del">
          <ac:chgData name="A Lamagna" userId="51ffa61b-81bf-4463-bdeb-7e3f3f1f8945" providerId="ADAL" clId="{16C6B827-8486-484A-BDCB-9F44988B3EAA}" dt="2023-11-05T09:47:55.768" v="425" actId="478"/>
          <ac:spMkLst>
            <pc:docMk/>
            <pc:sldMk cId="2378107595" sldId="648"/>
            <ac:spMk id="8" creationId="{00000000-0000-0000-0000-000000000000}"/>
          </ac:spMkLst>
        </pc:spChg>
        <pc:spChg chg="add del">
          <ac:chgData name="A Lamagna" userId="51ffa61b-81bf-4463-bdeb-7e3f3f1f8945" providerId="ADAL" clId="{16C6B827-8486-484A-BDCB-9F44988B3EAA}" dt="2023-11-05T09:47:55.768" v="425" actId="478"/>
          <ac:spMkLst>
            <pc:docMk/>
            <pc:sldMk cId="2378107595" sldId="648"/>
            <ac:spMk id="9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0.167" v="74" actId="108"/>
          <ac:cxnSpMkLst>
            <pc:docMk/>
            <pc:sldMk cId="2378107595" sldId="64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0:43.204" v="262" actId="6549"/>
        <pc:sldMkLst>
          <pc:docMk/>
          <pc:sldMk cId="3650722793" sldId="649"/>
        </pc:sldMkLst>
        <pc:spChg chg="mod">
          <ac:chgData name="A Lamagna" userId="51ffa61b-81bf-4463-bdeb-7e3f3f1f8945" providerId="ADAL" clId="{16C6B827-8486-484A-BDCB-9F44988B3EAA}" dt="2023-11-05T09:23:30.701" v="75" actId="108"/>
          <ac:spMkLst>
            <pc:docMk/>
            <pc:sldMk cId="3650722793" sldId="649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43.204" v="262" actId="6549"/>
          <ac:spMkLst>
            <pc:docMk/>
            <pc:sldMk cId="3650722793" sldId="649"/>
            <ac:spMk id="1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0.800" v="215" actId="108"/>
          <ac:spMkLst>
            <pc:docMk/>
            <pc:sldMk cId="3650722793" sldId="649"/>
            <ac:spMk id="20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0.701" v="75" actId="108"/>
          <ac:cxnSpMkLst>
            <pc:docMk/>
            <pc:sldMk cId="3650722793" sldId="649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0:04.710" v="256" actId="6549"/>
        <pc:sldMkLst>
          <pc:docMk/>
          <pc:sldMk cId="2529718452" sldId="650"/>
        </pc:sldMkLst>
        <pc:spChg chg="mod">
          <ac:chgData name="A Lamagna" userId="51ffa61b-81bf-4463-bdeb-7e3f3f1f8945" providerId="ADAL" clId="{16C6B827-8486-484A-BDCB-9F44988B3EAA}" dt="2023-11-05T09:23:31.349" v="76" actId="108"/>
          <ac:spMkLst>
            <pc:docMk/>
            <pc:sldMk cId="2529718452" sldId="650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2.087" v="217" actId="108"/>
          <ac:spMkLst>
            <pc:docMk/>
            <pc:sldMk cId="2529718452" sldId="650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2.548" v="218" actId="108"/>
          <ac:spMkLst>
            <pc:docMk/>
            <pc:sldMk cId="2529718452" sldId="650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04.710" v="256" actId="6549"/>
          <ac:spMkLst>
            <pc:docMk/>
            <pc:sldMk cId="2529718452" sldId="650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1.680" v="216" actId="108"/>
          <ac:spMkLst>
            <pc:docMk/>
            <pc:sldMk cId="2529718452" sldId="650"/>
            <ac:spMk id="1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1.349" v="76" actId="108"/>
          <ac:cxnSpMkLst>
            <pc:docMk/>
            <pc:sldMk cId="2529718452" sldId="65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0:12.886" v="257" actId="6549"/>
        <pc:sldMkLst>
          <pc:docMk/>
          <pc:sldMk cId="2444296687" sldId="651"/>
        </pc:sldMkLst>
        <pc:spChg chg="mod">
          <ac:chgData name="A Lamagna" userId="51ffa61b-81bf-4463-bdeb-7e3f3f1f8945" providerId="ADAL" clId="{16C6B827-8486-484A-BDCB-9F44988B3EAA}" dt="2023-11-05T09:23:32.191" v="77" actId="108"/>
          <ac:spMkLst>
            <pc:docMk/>
            <pc:sldMk cId="2444296687" sldId="651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12.886" v="257" actId="6549"/>
          <ac:spMkLst>
            <pc:docMk/>
            <pc:sldMk cId="2444296687" sldId="651"/>
            <ac:spMk id="17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2.191" v="77" actId="108"/>
          <ac:cxnSpMkLst>
            <pc:docMk/>
            <pc:sldMk cId="2444296687" sldId="651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48.817" v="227" actId="108"/>
        <pc:sldMkLst>
          <pc:docMk/>
          <pc:sldMk cId="2171486465" sldId="652"/>
        </pc:sldMkLst>
        <pc:spChg chg="mod">
          <ac:chgData name="A Lamagna" userId="51ffa61b-81bf-4463-bdeb-7e3f3f1f8945" providerId="ADAL" clId="{16C6B827-8486-484A-BDCB-9F44988B3EAA}" dt="2023-11-05T09:23:35.119" v="80" actId="108"/>
          <ac:spMkLst>
            <pc:docMk/>
            <pc:sldMk cId="2171486465" sldId="652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8.282" v="226" actId="108"/>
          <ac:spMkLst>
            <pc:docMk/>
            <pc:sldMk cId="2171486465" sldId="652"/>
            <ac:spMk id="4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7.737" v="225" actId="108"/>
          <ac:spMkLst>
            <pc:docMk/>
            <pc:sldMk cId="2171486465" sldId="652"/>
            <ac:spMk id="4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6.593" v="223" actId="108"/>
          <ac:spMkLst>
            <pc:docMk/>
            <pc:sldMk cId="2171486465" sldId="652"/>
            <ac:spMk id="4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6.191" v="222" actId="108"/>
          <ac:spMkLst>
            <pc:docMk/>
            <pc:sldMk cId="2171486465" sldId="652"/>
            <ac:spMk id="4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5.074" v="220" actId="108"/>
          <ac:spMkLst>
            <pc:docMk/>
            <pc:sldMk cId="2171486465" sldId="652"/>
            <ac:spMk id="4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4.609" v="219" actId="108"/>
          <ac:spMkLst>
            <pc:docMk/>
            <pc:sldMk cId="2171486465" sldId="652"/>
            <ac:spMk id="4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5.529" v="221" actId="108"/>
          <ac:spMkLst>
            <pc:docMk/>
            <pc:sldMk cId="2171486465" sldId="652"/>
            <ac:spMk id="5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7.073" v="224" actId="108"/>
          <ac:spMkLst>
            <pc:docMk/>
            <pc:sldMk cId="2171486465" sldId="652"/>
            <ac:spMk id="5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8.817" v="227" actId="108"/>
          <ac:spMkLst>
            <pc:docMk/>
            <pc:sldMk cId="2171486465" sldId="652"/>
            <ac:spMk id="52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5.678" v="81" actId="108"/>
          <ac:cxnSpMkLst>
            <pc:docMk/>
            <pc:sldMk cId="2171486465" sldId="65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50.904" v="230" actId="108"/>
        <pc:sldMkLst>
          <pc:docMk/>
          <pc:sldMk cId="2645242697" sldId="653"/>
        </pc:sldMkLst>
        <pc:spChg chg="mod">
          <ac:chgData name="A Lamagna" userId="51ffa61b-81bf-4463-bdeb-7e3f3f1f8945" providerId="ADAL" clId="{16C6B827-8486-484A-BDCB-9F44988B3EAA}" dt="2023-11-05T09:23:37.072" v="82" actId="108"/>
          <ac:spMkLst>
            <pc:docMk/>
            <pc:sldMk cId="2645242697" sldId="653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49.881" v="228" actId="108"/>
          <ac:spMkLst>
            <pc:docMk/>
            <pc:sldMk cId="2645242697" sldId="653"/>
            <ac:spMk id="2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0.904" v="230" actId="108"/>
          <ac:spMkLst>
            <pc:docMk/>
            <pc:sldMk cId="2645242697" sldId="653"/>
            <ac:spMk id="2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0.561" v="229" actId="108"/>
          <ac:spMkLst>
            <pc:docMk/>
            <pc:sldMk cId="2645242697" sldId="653"/>
            <ac:spMk id="2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7.072" v="82" actId="108"/>
          <ac:cxnSpMkLst>
            <pc:docMk/>
            <pc:sldMk cId="2645242697" sldId="653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37.861" v="83" actId="108"/>
        <pc:sldMkLst>
          <pc:docMk/>
          <pc:sldMk cId="1553555543" sldId="654"/>
        </pc:sldMkLst>
        <pc:spChg chg="mod">
          <ac:chgData name="A Lamagna" userId="51ffa61b-81bf-4463-bdeb-7e3f3f1f8945" providerId="ADAL" clId="{16C6B827-8486-484A-BDCB-9F44988B3EAA}" dt="2023-11-05T09:23:37.861" v="83" actId="108"/>
          <ac:spMkLst>
            <pc:docMk/>
            <pc:sldMk cId="1553555543" sldId="654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7.861" v="83" actId="108"/>
          <ac:cxnSpMkLst>
            <pc:docMk/>
            <pc:sldMk cId="1553555543" sldId="654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52.391" v="231" actId="108"/>
        <pc:sldMkLst>
          <pc:docMk/>
          <pc:sldMk cId="131514388" sldId="655"/>
        </pc:sldMkLst>
        <pc:spChg chg="mod">
          <ac:chgData name="A Lamagna" userId="51ffa61b-81bf-4463-bdeb-7e3f3f1f8945" providerId="ADAL" clId="{16C6B827-8486-484A-BDCB-9F44988B3EAA}" dt="2023-11-05T09:23:38.695" v="84" actId="108"/>
          <ac:spMkLst>
            <pc:docMk/>
            <pc:sldMk cId="131514388" sldId="655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2.391" v="231" actId="108"/>
          <ac:spMkLst>
            <pc:docMk/>
            <pc:sldMk cId="131514388" sldId="655"/>
            <ac:spMk id="16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8.695" v="84" actId="108"/>
          <ac:cxnSpMkLst>
            <pc:docMk/>
            <pc:sldMk cId="131514388" sldId="655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53.626" v="233" actId="108"/>
        <pc:sldMkLst>
          <pc:docMk/>
          <pc:sldMk cId="3133429907" sldId="656"/>
        </pc:sldMkLst>
        <pc:spChg chg="mod">
          <ac:chgData name="A Lamagna" userId="51ffa61b-81bf-4463-bdeb-7e3f3f1f8945" providerId="ADAL" clId="{16C6B827-8486-484A-BDCB-9F44988B3EAA}" dt="2023-11-05T09:23:39.590" v="85" actId="108"/>
          <ac:spMkLst>
            <pc:docMk/>
            <pc:sldMk cId="3133429907" sldId="656"/>
            <ac:spMk id="4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3.087" v="232" actId="108"/>
          <ac:spMkLst>
            <pc:docMk/>
            <pc:sldMk cId="3133429907" sldId="656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3.626" v="233" actId="108"/>
          <ac:spMkLst>
            <pc:docMk/>
            <pc:sldMk cId="3133429907" sldId="656"/>
            <ac:spMk id="9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39.590" v="85" actId="108"/>
          <ac:cxnSpMkLst>
            <pc:docMk/>
            <pc:sldMk cId="3133429907" sldId="656"/>
            <ac:cxnSpMk id="5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7:56.204" v="237" actId="108"/>
        <pc:sldMkLst>
          <pc:docMk/>
          <pc:sldMk cId="3525542184" sldId="657"/>
        </pc:sldMkLst>
        <pc:spChg chg="mod">
          <ac:chgData name="A Lamagna" userId="51ffa61b-81bf-4463-bdeb-7e3f3f1f8945" providerId="ADAL" clId="{16C6B827-8486-484A-BDCB-9F44988B3EAA}" dt="2023-11-05T09:23:40.469" v="86" actId="108"/>
          <ac:spMkLst>
            <pc:docMk/>
            <pc:sldMk cId="3525542184" sldId="657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6.204" v="237" actId="108"/>
          <ac:spMkLst>
            <pc:docMk/>
            <pc:sldMk cId="3525542184" sldId="657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5.599" v="236" actId="108"/>
          <ac:spMkLst>
            <pc:docMk/>
            <pc:sldMk cId="3525542184" sldId="657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4.969" v="235" actId="108"/>
          <ac:spMkLst>
            <pc:docMk/>
            <pc:sldMk cId="3525542184" sldId="657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7:54.416" v="234" actId="108"/>
          <ac:spMkLst>
            <pc:docMk/>
            <pc:sldMk cId="3525542184" sldId="657"/>
            <ac:spMk id="32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0.469" v="86" actId="108"/>
          <ac:cxnSpMkLst>
            <pc:docMk/>
            <pc:sldMk cId="3525542184" sldId="657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2.343" v="88" actId="108"/>
        <pc:sldMkLst>
          <pc:docMk/>
          <pc:sldMk cId="3838771721" sldId="658"/>
        </pc:sldMkLst>
        <pc:spChg chg="mod">
          <ac:chgData name="A Lamagna" userId="51ffa61b-81bf-4463-bdeb-7e3f3f1f8945" providerId="ADAL" clId="{16C6B827-8486-484A-BDCB-9F44988B3EAA}" dt="2023-11-05T09:23:42.343" v="88" actId="108"/>
          <ac:spMkLst>
            <pc:docMk/>
            <pc:sldMk cId="3838771721" sldId="658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2.343" v="88" actId="108"/>
          <ac:cxnSpMkLst>
            <pc:docMk/>
            <pc:sldMk cId="3838771721" sldId="658"/>
            <ac:cxnSpMk id="4" creationId="{00000000-0000-0000-0000-000000000000}"/>
          </ac:cxnSpMkLst>
        </pc:cxnChg>
      </pc:sldChg>
      <pc:sldChg chg="delSp modSp mod">
        <pc:chgData name="A Lamagna" userId="51ffa61b-81bf-4463-bdeb-7e3f3f1f8945" providerId="ADAL" clId="{16C6B827-8486-484A-BDCB-9F44988B3EAA}" dt="2023-11-05T09:50:06.662" v="452" actId="478"/>
        <pc:sldMkLst>
          <pc:docMk/>
          <pc:sldMk cId="3248197261" sldId="659"/>
        </pc:sldMkLst>
        <pc:spChg chg="mod">
          <ac:chgData name="A Lamagna" userId="51ffa61b-81bf-4463-bdeb-7e3f3f1f8945" providerId="ADAL" clId="{16C6B827-8486-484A-BDCB-9F44988B3EAA}" dt="2023-11-05T09:50:03.750" v="451" actId="20577"/>
          <ac:spMkLst>
            <pc:docMk/>
            <pc:sldMk cId="3248197261" sldId="659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9:21.416" v="441" actId="478"/>
          <ac:spMkLst>
            <pc:docMk/>
            <pc:sldMk cId="3248197261" sldId="659"/>
            <ac:spMk id="5" creationId="{00000000-0000-0000-0000-000000000000}"/>
          </ac:spMkLst>
        </pc:spChg>
        <pc:spChg chg="del mod">
          <ac:chgData name="A Lamagna" userId="51ffa61b-81bf-4463-bdeb-7e3f3f1f8945" providerId="ADAL" clId="{16C6B827-8486-484A-BDCB-9F44988B3EAA}" dt="2023-11-05T09:50:06.662" v="452" actId="478"/>
          <ac:spMkLst>
            <pc:docMk/>
            <pc:sldMk cId="3248197261" sldId="659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1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16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2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2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49:26.695" v="442" actId="1076"/>
          <ac:spMkLst>
            <pc:docMk/>
            <pc:sldMk cId="3248197261" sldId="659"/>
            <ac:spMk id="22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1.381" v="87" actId="108"/>
          <ac:cxnSpMkLst>
            <pc:docMk/>
            <pc:sldMk cId="3248197261" sldId="659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49:21.416" v="441" actId="478"/>
          <ac:cxnSpMkLst>
            <pc:docMk/>
            <pc:sldMk cId="3248197261" sldId="659"/>
            <ac:cxnSpMk id="6" creationId="{00000000-0000-0000-0000-000000000000}"/>
          </ac:cxnSpMkLst>
        </pc:cxnChg>
        <pc:cxnChg chg="mod">
          <ac:chgData name="A Lamagna" userId="51ffa61b-81bf-4463-bdeb-7e3f3f1f8945" providerId="ADAL" clId="{16C6B827-8486-484A-BDCB-9F44988B3EAA}" dt="2023-11-05T09:49:26.695" v="442" actId="1076"/>
          <ac:cxnSpMkLst>
            <pc:docMk/>
            <pc:sldMk cId="3248197261" sldId="659"/>
            <ac:cxnSpMk id="18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3.261" v="89" actId="108"/>
        <pc:sldMkLst>
          <pc:docMk/>
          <pc:sldMk cId="3993805260" sldId="660"/>
        </pc:sldMkLst>
        <pc:spChg chg="mod">
          <ac:chgData name="A Lamagna" userId="51ffa61b-81bf-4463-bdeb-7e3f3f1f8945" providerId="ADAL" clId="{16C6B827-8486-484A-BDCB-9F44988B3EAA}" dt="2023-11-05T09:23:43.261" v="89" actId="108"/>
          <ac:spMkLst>
            <pc:docMk/>
            <pc:sldMk cId="3993805260" sldId="660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3.261" v="89" actId="108"/>
          <ac:cxnSpMkLst>
            <pc:docMk/>
            <pc:sldMk cId="3993805260" sldId="66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4.247" v="90" actId="108"/>
        <pc:sldMkLst>
          <pc:docMk/>
          <pc:sldMk cId="2117557081" sldId="661"/>
        </pc:sldMkLst>
        <pc:spChg chg="mod">
          <ac:chgData name="A Lamagna" userId="51ffa61b-81bf-4463-bdeb-7e3f3f1f8945" providerId="ADAL" clId="{16C6B827-8486-484A-BDCB-9F44988B3EAA}" dt="2023-11-05T09:23:44.247" v="90" actId="108"/>
          <ac:spMkLst>
            <pc:docMk/>
            <pc:sldMk cId="2117557081" sldId="661"/>
            <ac:spMk id="4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4.247" v="90" actId="108"/>
          <ac:cxnSpMkLst>
            <pc:docMk/>
            <pc:sldMk cId="2117557081" sldId="661"/>
            <ac:cxnSpMk id="5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5.056" v="91" actId="108"/>
        <pc:sldMkLst>
          <pc:docMk/>
          <pc:sldMk cId="2123757791" sldId="662"/>
        </pc:sldMkLst>
        <pc:spChg chg="mod">
          <ac:chgData name="A Lamagna" userId="51ffa61b-81bf-4463-bdeb-7e3f3f1f8945" providerId="ADAL" clId="{16C6B827-8486-484A-BDCB-9F44988B3EAA}" dt="2023-11-05T09:23:45.056" v="91" actId="108"/>
          <ac:spMkLst>
            <pc:docMk/>
            <pc:sldMk cId="2123757791" sldId="662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5.056" v="91" actId="108"/>
          <ac:cxnSpMkLst>
            <pc:docMk/>
            <pc:sldMk cId="2123757791" sldId="662"/>
            <ac:cxnSpMk id="4" creationId="{00000000-0000-0000-0000-000000000000}"/>
          </ac:cxnSpMkLst>
        </pc:cxnChg>
      </pc:sldChg>
      <pc:sldChg chg="delSp modSp mod">
        <pc:chgData name="A Lamagna" userId="51ffa61b-81bf-4463-bdeb-7e3f3f1f8945" providerId="ADAL" clId="{16C6B827-8486-484A-BDCB-9F44988B3EAA}" dt="2023-11-05T09:52:17.972" v="482" actId="478"/>
        <pc:sldMkLst>
          <pc:docMk/>
          <pc:sldMk cId="2471030402" sldId="663"/>
        </pc:sldMkLst>
        <pc:spChg chg="mod">
          <ac:chgData name="A Lamagna" userId="51ffa61b-81bf-4463-bdeb-7e3f3f1f8945" providerId="ADAL" clId="{16C6B827-8486-484A-BDCB-9F44988B3EAA}" dt="2023-11-05T09:52:14.580" v="481" actId="20577"/>
          <ac:spMkLst>
            <pc:docMk/>
            <pc:sldMk cId="2471030402" sldId="663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52:05.908" v="471" actId="478"/>
          <ac:spMkLst>
            <pc:docMk/>
            <pc:sldMk cId="2471030402" sldId="663"/>
            <ac:spMk id="5" creationId="{00000000-0000-0000-0000-000000000000}"/>
          </ac:spMkLst>
        </pc:spChg>
        <pc:spChg chg="del mod">
          <ac:chgData name="A Lamagna" userId="51ffa61b-81bf-4463-bdeb-7e3f3f1f8945" providerId="ADAL" clId="{16C6B827-8486-484A-BDCB-9F44988B3EAA}" dt="2023-11-05T09:52:17.972" v="482" actId="478"/>
          <ac:spMkLst>
            <pc:docMk/>
            <pc:sldMk cId="2471030402" sldId="663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2:10.876" v="472" actId="1076"/>
          <ac:spMkLst>
            <pc:docMk/>
            <pc:sldMk cId="2471030402" sldId="663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2:10.876" v="472" actId="1076"/>
          <ac:spMkLst>
            <pc:docMk/>
            <pc:sldMk cId="2471030402" sldId="663"/>
            <ac:spMk id="1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2:10.876" v="472" actId="1076"/>
          <ac:spMkLst>
            <pc:docMk/>
            <pc:sldMk cId="2471030402" sldId="663"/>
            <ac:spMk id="11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2:10.876" v="472" actId="1076"/>
          <ac:spMkLst>
            <pc:docMk/>
            <pc:sldMk cId="2471030402" sldId="663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2:10.876" v="472" actId="1076"/>
          <ac:spMkLst>
            <pc:docMk/>
            <pc:sldMk cId="2471030402" sldId="663"/>
            <ac:spMk id="2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7.381" v="94" actId="108"/>
          <ac:cxnSpMkLst>
            <pc:docMk/>
            <pc:sldMk cId="2471030402" sldId="663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52:05.908" v="471" actId="478"/>
          <ac:cxnSpMkLst>
            <pc:docMk/>
            <pc:sldMk cId="2471030402" sldId="663"/>
            <ac:cxnSpMk id="6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30:24.089" v="260" actId="6549"/>
        <pc:sldMkLst>
          <pc:docMk/>
          <pc:sldMk cId="2354976576" sldId="664"/>
        </pc:sldMkLst>
        <pc:spChg chg="mod">
          <ac:chgData name="A Lamagna" userId="51ffa61b-81bf-4463-bdeb-7e3f3f1f8945" providerId="ADAL" clId="{16C6B827-8486-484A-BDCB-9F44988B3EAA}" dt="2023-11-05T09:23:45.872" v="92" actId="108"/>
          <ac:spMkLst>
            <pc:docMk/>
            <pc:sldMk cId="2354976576" sldId="664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19.703" v="258" actId="6549"/>
          <ac:spMkLst>
            <pc:docMk/>
            <pc:sldMk cId="2354976576" sldId="664"/>
            <ac:spMk id="4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30:24.089" v="260" actId="6549"/>
          <ac:spMkLst>
            <pc:docMk/>
            <pc:sldMk cId="2354976576" sldId="664"/>
            <ac:spMk id="5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5.872" v="92" actId="108"/>
          <ac:cxnSpMkLst>
            <pc:docMk/>
            <pc:sldMk cId="2354976576" sldId="664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6.687" v="93" actId="108"/>
        <pc:sldMkLst>
          <pc:docMk/>
          <pc:sldMk cId="2640248933" sldId="665"/>
        </pc:sldMkLst>
        <pc:spChg chg="mod">
          <ac:chgData name="A Lamagna" userId="51ffa61b-81bf-4463-bdeb-7e3f3f1f8945" providerId="ADAL" clId="{16C6B827-8486-484A-BDCB-9F44988B3EAA}" dt="2023-11-05T09:23:46.687" v="93" actId="108"/>
          <ac:spMkLst>
            <pc:docMk/>
            <pc:sldMk cId="2640248933" sldId="665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6.687" v="93" actId="108"/>
          <ac:cxnSpMkLst>
            <pc:docMk/>
            <pc:sldMk cId="2640248933" sldId="665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3:48.805" v="96" actId="108"/>
        <pc:sldMkLst>
          <pc:docMk/>
          <pc:sldMk cId="3684407045" sldId="666"/>
        </pc:sldMkLst>
        <pc:spChg chg="mod">
          <ac:chgData name="A Lamagna" userId="51ffa61b-81bf-4463-bdeb-7e3f3f1f8945" providerId="ADAL" clId="{16C6B827-8486-484A-BDCB-9F44988B3EAA}" dt="2023-11-05T09:23:48.805" v="96" actId="108"/>
          <ac:spMkLst>
            <pc:docMk/>
            <pc:sldMk cId="3684407045" sldId="666"/>
            <ac:spMk id="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8.805" v="96" actId="108"/>
          <ac:cxnSpMkLst>
            <pc:docMk/>
            <pc:sldMk cId="3684407045" sldId="66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8:04.241" v="240" actId="108"/>
        <pc:sldMkLst>
          <pc:docMk/>
          <pc:sldMk cId="4129573998" sldId="667"/>
        </pc:sldMkLst>
        <pc:spChg chg="mod">
          <ac:chgData name="A Lamagna" userId="51ffa61b-81bf-4463-bdeb-7e3f3f1f8945" providerId="ADAL" clId="{16C6B827-8486-484A-BDCB-9F44988B3EAA}" dt="2023-11-05T09:28:04.241" v="240" actId="108"/>
          <ac:spMkLst>
            <pc:docMk/>
            <pc:sldMk cId="4129573998" sldId="667"/>
            <ac:spMk id="1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3.839" v="239" actId="108"/>
          <ac:spMkLst>
            <pc:docMk/>
            <pc:sldMk cId="4129573998" sldId="667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3:48.087" v="95" actId="108"/>
          <ac:spMkLst>
            <pc:docMk/>
            <pc:sldMk cId="4129573998" sldId="667"/>
            <ac:spMk id="23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8.087" v="95" actId="108"/>
          <ac:cxnSpMkLst>
            <pc:docMk/>
            <pc:sldMk cId="4129573998" sldId="667"/>
            <ac:cxnSpMk id="2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8:06.873" v="242" actId="108"/>
        <pc:sldMkLst>
          <pc:docMk/>
          <pc:sldMk cId="419090211" sldId="668"/>
        </pc:sldMkLst>
        <pc:spChg chg="mod">
          <ac:chgData name="A Lamagna" userId="51ffa61b-81bf-4463-bdeb-7e3f3f1f8945" providerId="ADAL" clId="{16C6B827-8486-484A-BDCB-9F44988B3EAA}" dt="2023-11-05T09:23:49.661" v="97" actId="108"/>
          <ac:spMkLst>
            <pc:docMk/>
            <pc:sldMk cId="419090211" sldId="668"/>
            <ac:spMk id="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6.265" v="241" actId="108"/>
          <ac:spMkLst>
            <pc:docMk/>
            <pc:sldMk cId="419090211" sldId="668"/>
            <ac:spMk id="40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6.873" v="242" actId="108"/>
          <ac:spMkLst>
            <pc:docMk/>
            <pc:sldMk cId="419090211" sldId="668"/>
            <ac:spMk id="41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49.661" v="97" actId="108"/>
          <ac:cxnSpMkLst>
            <pc:docMk/>
            <pc:sldMk cId="419090211" sldId="66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16C6B827-8486-484A-BDCB-9F44988B3EAA}" dt="2023-11-05T09:28:08.851" v="245" actId="108"/>
        <pc:sldMkLst>
          <pc:docMk/>
          <pc:sldMk cId="1823587101" sldId="670"/>
        </pc:sldMkLst>
        <pc:spChg chg="mod">
          <ac:chgData name="A Lamagna" userId="51ffa61b-81bf-4463-bdeb-7e3f3f1f8945" providerId="ADAL" clId="{16C6B827-8486-484A-BDCB-9F44988B3EAA}" dt="2023-11-05T09:23:50.503" v="98" actId="108"/>
          <ac:spMkLst>
            <pc:docMk/>
            <pc:sldMk cId="1823587101" sldId="670"/>
            <ac:spMk id="5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7.759" v="243" actId="108"/>
          <ac:spMkLst>
            <pc:docMk/>
            <pc:sldMk cId="1823587101" sldId="670"/>
            <ac:spMk id="12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8.851" v="245" actId="108"/>
          <ac:spMkLst>
            <pc:docMk/>
            <pc:sldMk cId="1823587101" sldId="670"/>
            <ac:spMk id="13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28:08.400" v="244" actId="108"/>
          <ac:spMkLst>
            <pc:docMk/>
            <pc:sldMk cId="1823587101" sldId="670"/>
            <ac:spMk id="14" creationId="{00000000-0000-0000-0000-000000000000}"/>
          </ac:spMkLst>
        </pc:spChg>
        <pc:cxnChg chg="mod">
          <ac:chgData name="A Lamagna" userId="51ffa61b-81bf-4463-bdeb-7e3f3f1f8945" providerId="ADAL" clId="{16C6B827-8486-484A-BDCB-9F44988B3EAA}" dt="2023-11-05T09:23:50.503" v="98" actId="108"/>
          <ac:cxnSpMkLst>
            <pc:docMk/>
            <pc:sldMk cId="1823587101" sldId="670"/>
            <ac:cxnSpMk id="6" creationId="{00000000-0000-0000-0000-000000000000}"/>
          </ac:cxnSpMkLst>
        </pc:cxnChg>
      </pc:sldChg>
      <pc:sldChg chg="delSp modSp mod">
        <pc:chgData name="A Lamagna" userId="51ffa61b-81bf-4463-bdeb-7e3f3f1f8945" providerId="ADAL" clId="{16C6B827-8486-484A-BDCB-9F44988B3EAA}" dt="2023-11-05T09:56:30.048" v="513" actId="1076"/>
        <pc:sldMkLst>
          <pc:docMk/>
          <pc:sldMk cId="2298864388" sldId="671"/>
        </pc:sldMkLst>
        <pc:spChg chg="mod">
          <ac:chgData name="A Lamagna" userId="51ffa61b-81bf-4463-bdeb-7e3f3f1f8945" providerId="ADAL" clId="{16C6B827-8486-484A-BDCB-9F44988B3EAA}" dt="2023-11-05T09:56:19.666" v="510" actId="20577"/>
          <ac:spMkLst>
            <pc:docMk/>
            <pc:sldMk cId="2298864388" sldId="671"/>
            <ac:spMk id="3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56:23.667" v="511" actId="478"/>
          <ac:spMkLst>
            <pc:docMk/>
            <pc:sldMk cId="2298864388" sldId="671"/>
            <ac:spMk id="5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56:26.432" v="512" actId="478"/>
          <ac:spMkLst>
            <pc:docMk/>
            <pc:sldMk cId="2298864388" sldId="671"/>
            <ac:spMk id="7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6:30.048" v="513" actId="1076"/>
          <ac:spMkLst>
            <pc:docMk/>
            <pc:sldMk cId="2298864388" sldId="671"/>
            <ac:spMk id="8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6:30.048" v="513" actId="1076"/>
          <ac:spMkLst>
            <pc:docMk/>
            <pc:sldMk cId="2298864388" sldId="671"/>
            <ac:spMk id="19" creationId="{00000000-0000-0000-0000-000000000000}"/>
          </ac:spMkLst>
        </pc:spChg>
        <pc:spChg chg="mod">
          <ac:chgData name="A Lamagna" userId="51ffa61b-81bf-4463-bdeb-7e3f3f1f8945" providerId="ADAL" clId="{16C6B827-8486-484A-BDCB-9F44988B3EAA}" dt="2023-11-05T09:56:30.048" v="513" actId="1076"/>
          <ac:spMkLst>
            <pc:docMk/>
            <pc:sldMk cId="2298864388" sldId="671"/>
            <ac:spMk id="23" creationId="{00000000-0000-0000-0000-000000000000}"/>
          </ac:spMkLst>
        </pc:spChg>
        <pc:picChg chg="mod">
          <ac:chgData name="A Lamagna" userId="51ffa61b-81bf-4463-bdeb-7e3f3f1f8945" providerId="ADAL" clId="{16C6B827-8486-484A-BDCB-9F44988B3EAA}" dt="2023-11-05T09:56:30.048" v="513" actId="1076"/>
          <ac:picMkLst>
            <pc:docMk/>
            <pc:sldMk cId="2298864388" sldId="671"/>
            <ac:picMk id="17" creationId="{00000000-0000-0000-0000-000000000000}"/>
          </ac:picMkLst>
        </pc:picChg>
        <pc:picChg chg="del">
          <ac:chgData name="A Lamagna" userId="51ffa61b-81bf-4463-bdeb-7e3f3f1f8945" providerId="ADAL" clId="{16C6B827-8486-484A-BDCB-9F44988B3EAA}" dt="2023-11-05T09:28:22.293" v="247" actId="478"/>
          <ac:picMkLst>
            <pc:docMk/>
            <pc:sldMk cId="2298864388" sldId="671"/>
            <ac:picMk id="2050" creationId="{00000000-0000-0000-0000-000000000000}"/>
          </ac:picMkLst>
        </pc:picChg>
        <pc:cxnChg chg="mod">
          <ac:chgData name="A Lamagna" userId="51ffa61b-81bf-4463-bdeb-7e3f3f1f8945" providerId="ADAL" clId="{16C6B827-8486-484A-BDCB-9F44988B3EAA}" dt="2023-11-05T09:23:51.376" v="99" actId="108"/>
          <ac:cxnSpMkLst>
            <pc:docMk/>
            <pc:sldMk cId="2298864388" sldId="671"/>
            <ac:cxnSpMk id="4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56:23.667" v="511" actId="478"/>
          <ac:cxnSpMkLst>
            <pc:docMk/>
            <pc:sldMk cId="2298864388" sldId="671"/>
            <ac:cxnSpMk id="6" creationId="{00000000-0000-0000-0000-000000000000}"/>
          </ac:cxnSpMkLst>
        </pc:cxnChg>
      </pc:sldChg>
      <pc:sldChg chg="addSp modSp add mod modAnim">
        <pc:chgData name="A Lamagna" userId="51ffa61b-81bf-4463-bdeb-7e3f3f1f8945" providerId="ADAL" clId="{16C6B827-8486-484A-BDCB-9F44988B3EAA}" dt="2023-11-05T22:25:49.134" v="588"/>
        <pc:sldMkLst>
          <pc:docMk/>
          <pc:sldMk cId="416007602" sldId="672"/>
        </pc:sldMkLst>
        <pc:spChg chg="add mod">
          <ac:chgData name="A Lamagna" userId="51ffa61b-81bf-4463-bdeb-7e3f3f1f8945" providerId="ADAL" clId="{16C6B827-8486-484A-BDCB-9F44988B3EAA}" dt="2023-11-05T22:25:49.134" v="588"/>
          <ac:spMkLst>
            <pc:docMk/>
            <pc:sldMk cId="416007602" sldId="672"/>
            <ac:spMk id="7" creationId="{69616B38-9140-6D38-F521-2BC23F4CC1FC}"/>
          </ac:spMkLst>
        </pc:spChg>
        <pc:picChg chg="add mod">
          <ac:chgData name="A Lamagna" userId="51ffa61b-81bf-4463-bdeb-7e3f3f1f8945" providerId="ADAL" clId="{16C6B827-8486-484A-BDCB-9F44988B3EAA}" dt="2023-11-05T09:37:48.368" v="324" actId="1076"/>
          <ac:picMkLst>
            <pc:docMk/>
            <pc:sldMk cId="416007602" sldId="672"/>
            <ac:picMk id="5" creationId="{A4B4BD6B-C921-9851-03F7-FA921AF9A8A5}"/>
          </ac:picMkLst>
        </pc:picChg>
        <pc:picChg chg="add mod">
          <ac:chgData name="A Lamagna" userId="51ffa61b-81bf-4463-bdeb-7e3f3f1f8945" providerId="ADAL" clId="{16C6B827-8486-484A-BDCB-9F44988B3EAA}" dt="2023-11-05T22:25:38.059" v="587" actId="1076"/>
          <ac:picMkLst>
            <pc:docMk/>
            <pc:sldMk cId="416007602" sldId="672"/>
            <ac:picMk id="6" creationId="{9ED2552C-D2DB-9257-2B23-E4C17CB8E70B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26:59.675" v="601" actId="14100"/>
        <pc:sldMkLst>
          <pc:docMk/>
          <pc:sldMk cId="1564883249" sldId="673"/>
        </pc:sldMkLst>
        <pc:spChg chg="add mod">
          <ac:chgData name="A Lamagna" userId="51ffa61b-81bf-4463-bdeb-7e3f3f1f8945" providerId="ADAL" clId="{16C6B827-8486-484A-BDCB-9F44988B3EAA}" dt="2023-11-05T22:26:59.675" v="601" actId="14100"/>
          <ac:spMkLst>
            <pc:docMk/>
            <pc:sldMk cId="1564883249" sldId="673"/>
            <ac:spMk id="7" creationId="{ED78DE8B-6AFF-5B27-9B3C-B0C2BB13DE39}"/>
          </ac:spMkLst>
        </pc:spChg>
        <pc:spChg chg="add del mod">
          <ac:chgData name="A Lamagna" userId="51ffa61b-81bf-4463-bdeb-7e3f3f1f8945" providerId="ADAL" clId="{16C6B827-8486-484A-BDCB-9F44988B3EAA}" dt="2023-11-05T22:26:40.794" v="596" actId="403"/>
          <ac:spMkLst>
            <pc:docMk/>
            <pc:sldMk cId="1564883249" sldId="673"/>
            <ac:spMk id="9" creationId="{00000000-0000-0000-0000-000000000000}"/>
          </ac:spMkLst>
        </pc:spChg>
        <pc:picChg chg="add mod">
          <ac:chgData name="A Lamagna" userId="51ffa61b-81bf-4463-bdeb-7e3f3f1f8945" providerId="ADAL" clId="{16C6B827-8486-484A-BDCB-9F44988B3EAA}" dt="2023-11-05T22:26:12.426" v="591" actId="14100"/>
          <ac:picMkLst>
            <pc:docMk/>
            <pc:sldMk cId="1564883249" sldId="673"/>
            <ac:picMk id="5" creationId="{49715F9C-4D7F-8ED3-B1B7-6E0D864B92AC}"/>
          </ac:picMkLst>
        </pc:picChg>
        <pc:picChg chg="add mod">
          <ac:chgData name="A Lamagna" userId="51ffa61b-81bf-4463-bdeb-7e3f3f1f8945" providerId="ADAL" clId="{16C6B827-8486-484A-BDCB-9F44988B3EAA}" dt="2023-11-05T22:26:48.147" v="598" actId="1076"/>
          <ac:picMkLst>
            <pc:docMk/>
            <pc:sldMk cId="1564883249" sldId="673"/>
            <ac:picMk id="6" creationId="{7D530134-17FB-3321-FFA2-95BACC7E1C4D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28:23.863" v="622" actId="20577"/>
        <pc:sldMkLst>
          <pc:docMk/>
          <pc:sldMk cId="3352022976" sldId="674"/>
        </pc:sldMkLst>
        <pc:spChg chg="add del mod">
          <ac:chgData name="A Lamagna" userId="51ffa61b-81bf-4463-bdeb-7e3f3f1f8945" providerId="ADAL" clId="{16C6B827-8486-484A-BDCB-9F44988B3EAA}" dt="2023-11-05T22:27:33.664" v="609"/>
          <ac:spMkLst>
            <pc:docMk/>
            <pc:sldMk cId="3352022976" sldId="674"/>
            <ac:spMk id="6" creationId="{DCB3B834-0B16-788C-2F61-5661729CABE3}"/>
          </ac:spMkLst>
        </pc:spChg>
        <pc:spChg chg="del">
          <ac:chgData name="A Lamagna" userId="51ffa61b-81bf-4463-bdeb-7e3f3f1f8945" providerId="ADAL" clId="{16C6B827-8486-484A-BDCB-9F44988B3EAA}" dt="2023-11-05T09:38:45.712" v="329" actId="478"/>
          <ac:spMkLst>
            <pc:docMk/>
            <pc:sldMk cId="3352022976" sldId="674"/>
            <ac:spMk id="9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28:21.514" v="621" actId="20577"/>
          <ac:spMkLst>
            <pc:docMk/>
            <pc:sldMk cId="3352022976" sldId="674"/>
            <ac:spMk id="9" creationId="{E8C3D138-902A-E738-CB2A-34E6B09BC0F3}"/>
          </ac:spMkLst>
        </pc:spChg>
        <pc:spChg chg="add mod">
          <ac:chgData name="A Lamagna" userId="51ffa61b-81bf-4463-bdeb-7e3f3f1f8945" providerId="ADAL" clId="{16C6B827-8486-484A-BDCB-9F44988B3EAA}" dt="2023-11-05T22:28:23.863" v="622" actId="20577"/>
          <ac:spMkLst>
            <pc:docMk/>
            <pc:sldMk cId="3352022976" sldId="674"/>
            <ac:spMk id="10" creationId="{EAA08E0E-B1C5-E858-2011-A73C339D384F}"/>
          </ac:spMkLst>
        </pc:spChg>
        <pc:picChg chg="add mod">
          <ac:chgData name="A Lamagna" userId="51ffa61b-81bf-4463-bdeb-7e3f3f1f8945" providerId="ADAL" clId="{16C6B827-8486-484A-BDCB-9F44988B3EAA}" dt="2023-11-05T22:27:08.937" v="603" actId="14100"/>
          <ac:picMkLst>
            <pc:docMk/>
            <pc:sldMk cId="3352022976" sldId="674"/>
            <ac:picMk id="5" creationId="{E6CB684E-E426-67B7-83DB-8ED0E11A31DF}"/>
          </ac:picMkLst>
        </pc:picChg>
        <pc:picChg chg="add mod">
          <ac:chgData name="A Lamagna" userId="51ffa61b-81bf-4463-bdeb-7e3f3f1f8945" providerId="ADAL" clId="{16C6B827-8486-484A-BDCB-9F44988B3EAA}" dt="2023-11-05T22:27:52.855" v="614" actId="1076"/>
          <ac:picMkLst>
            <pc:docMk/>
            <pc:sldMk cId="3352022976" sldId="674"/>
            <ac:picMk id="7" creationId="{C456D46E-6D21-D340-4E75-DEEB98D8E9F5}"/>
          </ac:picMkLst>
        </pc:picChg>
        <pc:picChg chg="add mod">
          <ac:chgData name="A Lamagna" userId="51ffa61b-81bf-4463-bdeb-7e3f3f1f8945" providerId="ADAL" clId="{16C6B827-8486-484A-BDCB-9F44988B3EAA}" dt="2023-11-05T22:27:50.398" v="613" actId="1076"/>
          <ac:picMkLst>
            <pc:docMk/>
            <pc:sldMk cId="3352022976" sldId="674"/>
            <ac:picMk id="8" creationId="{ABFB7A14-2ECC-A6B1-6B7C-DF61AC927AA1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29:46.079" v="630" actId="14100"/>
        <pc:sldMkLst>
          <pc:docMk/>
          <pc:sldMk cId="1115292615" sldId="675"/>
        </pc:sldMkLst>
        <pc:spChg chg="mod">
          <ac:chgData name="A Lamagna" userId="51ffa61b-81bf-4463-bdeb-7e3f3f1f8945" providerId="ADAL" clId="{16C6B827-8486-484A-BDCB-9F44988B3EAA}" dt="2023-11-05T09:39:26.774" v="337"/>
          <ac:spMkLst>
            <pc:docMk/>
            <pc:sldMk cId="1115292615" sldId="675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29:46.079" v="630" actId="14100"/>
          <ac:spMkLst>
            <pc:docMk/>
            <pc:sldMk cId="1115292615" sldId="675"/>
            <ac:spMk id="7" creationId="{C9358E2D-B30F-91AC-9F62-E2CC299D13A2}"/>
          </ac:spMkLst>
        </pc:spChg>
        <pc:spChg chg="del">
          <ac:chgData name="A Lamagna" userId="51ffa61b-81bf-4463-bdeb-7e3f3f1f8945" providerId="ADAL" clId="{16C6B827-8486-484A-BDCB-9F44988B3EAA}" dt="2023-11-05T09:39:12.656" v="333" actId="478"/>
          <ac:spMkLst>
            <pc:docMk/>
            <pc:sldMk cId="1115292615" sldId="675"/>
            <ac:spMk id="9" creationId="{00000000-0000-0000-0000-000000000000}"/>
          </ac:spMkLst>
        </pc:spChg>
        <pc:picChg chg="del">
          <ac:chgData name="A Lamagna" userId="51ffa61b-81bf-4463-bdeb-7e3f3f1f8945" providerId="ADAL" clId="{16C6B827-8486-484A-BDCB-9F44988B3EAA}" dt="2023-11-05T09:39:14.561" v="334" actId="478"/>
          <ac:picMkLst>
            <pc:docMk/>
            <pc:sldMk cId="1115292615" sldId="675"/>
            <ac:picMk id="5" creationId="{49715F9C-4D7F-8ED3-B1B7-6E0D864B92AC}"/>
          </ac:picMkLst>
        </pc:picChg>
        <pc:picChg chg="add mod">
          <ac:chgData name="A Lamagna" userId="51ffa61b-81bf-4463-bdeb-7e3f3f1f8945" providerId="ADAL" clId="{16C6B827-8486-484A-BDCB-9F44988B3EAA}" dt="2023-11-05T22:29:33.231" v="627" actId="1076"/>
          <ac:picMkLst>
            <pc:docMk/>
            <pc:sldMk cId="1115292615" sldId="675"/>
            <ac:picMk id="5" creationId="{EA041915-0D64-83F7-5BDA-91F7C8BE0829}"/>
          </ac:picMkLst>
        </pc:picChg>
        <pc:picChg chg="add mod">
          <ac:chgData name="A Lamagna" userId="51ffa61b-81bf-4463-bdeb-7e3f3f1f8945" providerId="ADAL" clId="{16C6B827-8486-484A-BDCB-9F44988B3EAA}" dt="2023-11-05T22:29:31.102" v="626" actId="14100"/>
          <ac:picMkLst>
            <pc:docMk/>
            <pc:sldMk cId="1115292615" sldId="675"/>
            <ac:picMk id="6" creationId="{60EE84D7-9C08-DF9D-DA65-15BCF61C383D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2:30:35.115" v="636" actId="1076"/>
        <pc:sldMkLst>
          <pc:docMk/>
          <pc:sldMk cId="1372137786" sldId="676"/>
        </pc:sldMkLst>
        <pc:spChg chg="add mod">
          <ac:chgData name="A Lamagna" userId="51ffa61b-81bf-4463-bdeb-7e3f3f1f8945" providerId="ADAL" clId="{16C6B827-8486-484A-BDCB-9F44988B3EAA}" dt="2023-11-05T22:30:31.815" v="635"/>
          <ac:spMkLst>
            <pc:docMk/>
            <pc:sldMk cId="1372137786" sldId="676"/>
            <ac:spMk id="7" creationId="{074C4706-3D98-D26D-CC4A-E113101F0F16}"/>
          </ac:spMkLst>
        </pc:spChg>
        <pc:picChg chg="add mod">
          <ac:chgData name="A Lamagna" userId="51ffa61b-81bf-4463-bdeb-7e3f3f1f8945" providerId="ADAL" clId="{16C6B827-8486-484A-BDCB-9F44988B3EAA}" dt="2023-11-05T22:29:58.089" v="631" actId="14100"/>
          <ac:picMkLst>
            <pc:docMk/>
            <pc:sldMk cId="1372137786" sldId="676"/>
            <ac:picMk id="5" creationId="{919EA7BA-30CF-8D84-EA5B-20A4F2C81AD0}"/>
          </ac:picMkLst>
        </pc:picChg>
        <pc:picChg chg="add mod">
          <ac:chgData name="A Lamagna" userId="51ffa61b-81bf-4463-bdeb-7e3f3f1f8945" providerId="ADAL" clId="{16C6B827-8486-484A-BDCB-9F44988B3EAA}" dt="2023-11-05T22:30:35.115" v="636" actId="1076"/>
          <ac:picMkLst>
            <pc:docMk/>
            <pc:sldMk cId="1372137786" sldId="676"/>
            <ac:picMk id="6" creationId="{27D416BF-9569-D82E-E843-0D2231D73080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2:34:27.005" v="672" actId="14100"/>
        <pc:sldMkLst>
          <pc:docMk/>
          <pc:sldMk cId="2720597351" sldId="677"/>
        </pc:sldMkLst>
        <pc:spChg chg="add mod">
          <ac:chgData name="A Lamagna" userId="51ffa61b-81bf-4463-bdeb-7e3f3f1f8945" providerId="ADAL" clId="{16C6B827-8486-484A-BDCB-9F44988B3EAA}" dt="2023-11-05T22:33:42.889" v="658" actId="20577"/>
          <ac:spMkLst>
            <pc:docMk/>
            <pc:sldMk cId="2720597351" sldId="677"/>
            <ac:spMk id="9" creationId="{3C27C3DA-E481-1082-E9E1-DFCC50E5D4AF}"/>
          </ac:spMkLst>
        </pc:spChg>
        <pc:spChg chg="add mod">
          <ac:chgData name="A Lamagna" userId="51ffa61b-81bf-4463-bdeb-7e3f3f1f8945" providerId="ADAL" clId="{16C6B827-8486-484A-BDCB-9F44988B3EAA}" dt="2023-11-05T22:34:27.005" v="672" actId="14100"/>
          <ac:spMkLst>
            <pc:docMk/>
            <pc:sldMk cId="2720597351" sldId="677"/>
            <ac:spMk id="10" creationId="{38F3195D-DCB7-583F-06A8-8251CD10521D}"/>
          </ac:spMkLst>
        </pc:spChg>
        <pc:spChg chg="add mod">
          <ac:chgData name="A Lamagna" userId="51ffa61b-81bf-4463-bdeb-7e3f3f1f8945" providerId="ADAL" clId="{16C6B827-8486-484A-BDCB-9F44988B3EAA}" dt="2023-11-05T22:34:23.496" v="671" actId="20577"/>
          <ac:spMkLst>
            <pc:docMk/>
            <pc:sldMk cId="2720597351" sldId="677"/>
            <ac:spMk id="11" creationId="{15B1ED3A-2BBF-1DFB-6CCE-6FBC9513C1DE}"/>
          </ac:spMkLst>
        </pc:spChg>
        <pc:picChg chg="add mod">
          <ac:chgData name="A Lamagna" userId="51ffa61b-81bf-4463-bdeb-7e3f3f1f8945" providerId="ADAL" clId="{16C6B827-8486-484A-BDCB-9F44988B3EAA}" dt="2023-11-05T09:40:39.950" v="347" actId="1076"/>
          <ac:picMkLst>
            <pc:docMk/>
            <pc:sldMk cId="2720597351" sldId="677"/>
            <ac:picMk id="5" creationId="{6B9A68CF-A801-B645-6881-4BBF8FF7C54C}"/>
          </ac:picMkLst>
        </pc:picChg>
        <pc:picChg chg="add mod">
          <ac:chgData name="A Lamagna" userId="51ffa61b-81bf-4463-bdeb-7e3f3f1f8945" providerId="ADAL" clId="{16C6B827-8486-484A-BDCB-9F44988B3EAA}" dt="2023-11-05T22:33:02.792" v="649" actId="1076"/>
          <ac:picMkLst>
            <pc:docMk/>
            <pc:sldMk cId="2720597351" sldId="677"/>
            <ac:picMk id="6" creationId="{15010023-6849-8778-A8D4-CE63E018C952}"/>
          </ac:picMkLst>
        </pc:picChg>
        <pc:picChg chg="add mod modCrop">
          <ac:chgData name="A Lamagna" userId="51ffa61b-81bf-4463-bdeb-7e3f3f1f8945" providerId="ADAL" clId="{16C6B827-8486-484A-BDCB-9F44988B3EAA}" dt="2023-11-05T22:33:10.752" v="651" actId="14100"/>
          <ac:picMkLst>
            <pc:docMk/>
            <pc:sldMk cId="2720597351" sldId="677"/>
            <ac:picMk id="7" creationId="{EF02A8A5-62AC-DED3-938F-AB6DC144F172}"/>
          </ac:picMkLst>
        </pc:picChg>
        <pc:picChg chg="add mod">
          <ac:chgData name="A Lamagna" userId="51ffa61b-81bf-4463-bdeb-7e3f3f1f8945" providerId="ADAL" clId="{16C6B827-8486-484A-BDCB-9F44988B3EAA}" dt="2023-11-05T22:32:51.698" v="648" actId="1076"/>
          <ac:picMkLst>
            <pc:docMk/>
            <pc:sldMk cId="2720597351" sldId="677"/>
            <ac:picMk id="8" creationId="{CCB17C80-53D7-B062-2BA1-1152120D3808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2:37:51.784" v="684" actId="14100"/>
        <pc:sldMkLst>
          <pc:docMk/>
          <pc:sldMk cId="1010885156" sldId="678"/>
        </pc:sldMkLst>
        <pc:spChg chg="mod">
          <ac:chgData name="A Lamagna" userId="51ffa61b-81bf-4463-bdeb-7e3f3f1f8945" providerId="ADAL" clId="{16C6B827-8486-484A-BDCB-9F44988B3EAA}" dt="2023-11-05T09:41:24.446" v="358" actId="20577"/>
          <ac:spMkLst>
            <pc:docMk/>
            <pc:sldMk cId="1010885156" sldId="678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37:51.784" v="684" actId="14100"/>
          <ac:spMkLst>
            <pc:docMk/>
            <pc:sldMk cId="1010885156" sldId="678"/>
            <ac:spMk id="10" creationId="{3B737D67-AAE8-E577-B8A3-4FD62F71C1FD}"/>
          </ac:spMkLst>
        </pc:spChg>
        <pc:picChg chg="add mod">
          <ac:chgData name="A Lamagna" userId="51ffa61b-81bf-4463-bdeb-7e3f3f1f8945" providerId="ADAL" clId="{16C6B827-8486-484A-BDCB-9F44988B3EAA}" dt="2023-11-05T22:34:50.279" v="673" actId="14100"/>
          <ac:picMkLst>
            <pc:docMk/>
            <pc:sldMk cId="1010885156" sldId="678"/>
            <ac:picMk id="5" creationId="{CC054427-8D3E-24C9-4C9E-C2E8B30AA472}"/>
          </ac:picMkLst>
        </pc:picChg>
        <pc:picChg chg="add mod">
          <ac:chgData name="A Lamagna" userId="51ffa61b-81bf-4463-bdeb-7e3f3f1f8945" providerId="ADAL" clId="{16C6B827-8486-484A-BDCB-9F44988B3EAA}" dt="2023-11-05T22:37:11.428" v="678" actId="14100"/>
          <ac:picMkLst>
            <pc:docMk/>
            <pc:sldMk cId="1010885156" sldId="678"/>
            <ac:picMk id="6" creationId="{404F5FE5-B73E-98FE-C97F-91B0950D69D2}"/>
          </ac:picMkLst>
        </pc:picChg>
        <pc:picChg chg="add mod">
          <ac:chgData name="A Lamagna" userId="51ffa61b-81bf-4463-bdeb-7e3f3f1f8945" providerId="ADAL" clId="{16C6B827-8486-484A-BDCB-9F44988B3EAA}" dt="2023-11-05T22:37:16.579" v="680" actId="1076"/>
          <ac:picMkLst>
            <pc:docMk/>
            <pc:sldMk cId="1010885156" sldId="678"/>
            <ac:picMk id="7" creationId="{D8CAD2EF-1811-F892-1EC0-CDDCCD685143}"/>
          </ac:picMkLst>
        </pc:picChg>
        <pc:cxnChg chg="add">
          <ac:chgData name="A Lamagna" userId="51ffa61b-81bf-4463-bdeb-7e3f3f1f8945" providerId="ADAL" clId="{16C6B827-8486-484A-BDCB-9F44988B3EAA}" dt="2023-11-05T22:37:36.049" v="681" actId="11529"/>
          <ac:cxnSpMkLst>
            <pc:docMk/>
            <pc:sldMk cId="1010885156" sldId="678"/>
            <ac:cxnSpMk id="9" creationId="{91055E96-F870-9B82-831C-A8CB7BCFBB19}"/>
          </ac:cxnSpMkLst>
        </pc:cxnChg>
      </pc:sldChg>
      <pc:sldChg chg="add del">
        <pc:chgData name="A Lamagna" userId="51ffa61b-81bf-4463-bdeb-7e3f3f1f8945" providerId="ADAL" clId="{16C6B827-8486-484A-BDCB-9F44988B3EAA}" dt="2023-11-05T09:40:45.854" v="348" actId="2696"/>
        <pc:sldMkLst>
          <pc:docMk/>
          <pc:sldMk cId="3691122342" sldId="678"/>
        </pc:sldMkLst>
      </pc:sldChg>
      <pc:sldChg chg="addSp delSp modSp add mod modAnim">
        <pc:chgData name="A Lamagna" userId="51ffa61b-81bf-4463-bdeb-7e3f3f1f8945" providerId="ADAL" clId="{16C6B827-8486-484A-BDCB-9F44988B3EAA}" dt="2023-11-05T22:39:47.977" v="700"/>
        <pc:sldMkLst>
          <pc:docMk/>
          <pc:sldMk cId="1631704865" sldId="679"/>
        </pc:sldMkLst>
        <pc:spChg chg="add mod">
          <ac:chgData name="A Lamagna" userId="51ffa61b-81bf-4463-bdeb-7e3f3f1f8945" providerId="ADAL" clId="{16C6B827-8486-484A-BDCB-9F44988B3EAA}" dt="2023-11-05T22:39:34.809" v="693" actId="14100"/>
          <ac:spMkLst>
            <pc:docMk/>
            <pc:sldMk cId="1631704865" sldId="679"/>
            <ac:spMk id="7" creationId="{ECAC9544-CE1A-E652-E4DB-9B6D442B17EA}"/>
          </ac:spMkLst>
        </pc:spChg>
        <pc:spChg chg="add mod">
          <ac:chgData name="A Lamagna" userId="51ffa61b-81bf-4463-bdeb-7e3f3f1f8945" providerId="ADAL" clId="{16C6B827-8486-484A-BDCB-9F44988B3EAA}" dt="2023-11-05T22:39:43.549" v="697" actId="20577"/>
          <ac:spMkLst>
            <pc:docMk/>
            <pc:sldMk cId="1631704865" sldId="679"/>
            <ac:spMk id="8" creationId="{87DB7FC7-F440-DD02-B8CA-1AC2C532865A}"/>
          </ac:spMkLst>
        </pc:spChg>
        <pc:spChg chg="add del mod">
          <ac:chgData name="A Lamagna" userId="51ffa61b-81bf-4463-bdeb-7e3f3f1f8945" providerId="ADAL" clId="{16C6B827-8486-484A-BDCB-9F44988B3EAA}" dt="2023-11-05T22:39:47.977" v="700"/>
          <ac:spMkLst>
            <pc:docMk/>
            <pc:sldMk cId="1631704865" sldId="679"/>
            <ac:spMk id="9" creationId="{B100D062-13FD-B285-26BB-0632AEFD504B}"/>
          </ac:spMkLst>
        </pc:spChg>
        <pc:picChg chg="add mod modCrop">
          <ac:chgData name="A Lamagna" userId="51ffa61b-81bf-4463-bdeb-7e3f3f1f8945" providerId="ADAL" clId="{16C6B827-8486-484A-BDCB-9F44988B3EAA}" dt="2023-11-05T22:39:20.151" v="690" actId="14100"/>
          <ac:picMkLst>
            <pc:docMk/>
            <pc:sldMk cId="1631704865" sldId="679"/>
            <ac:picMk id="5" creationId="{B5354D29-2EE9-7059-E3A3-EC099826680A}"/>
          </ac:picMkLst>
        </pc:picChg>
        <pc:picChg chg="del">
          <ac:chgData name="A Lamagna" userId="51ffa61b-81bf-4463-bdeb-7e3f3f1f8945" providerId="ADAL" clId="{16C6B827-8486-484A-BDCB-9F44988B3EAA}" dt="2023-11-05T09:42:07.918" v="362" actId="478"/>
          <ac:picMkLst>
            <pc:docMk/>
            <pc:sldMk cId="1631704865" sldId="679"/>
            <ac:picMk id="5" creationId="{CC054427-8D3E-24C9-4C9E-C2E8B30AA472}"/>
          </ac:picMkLst>
        </pc:picChg>
        <pc:picChg chg="add mod">
          <ac:chgData name="A Lamagna" userId="51ffa61b-81bf-4463-bdeb-7e3f3f1f8945" providerId="ADAL" clId="{16C6B827-8486-484A-BDCB-9F44988B3EAA}" dt="2023-11-05T22:38:09.012" v="685" actId="14100"/>
          <ac:picMkLst>
            <pc:docMk/>
            <pc:sldMk cId="1631704865" sldId="679"/>
            <ac:picMk id="6" creationId="{EF0931EF-1C24-64CC-304D-A9ADDA61FB85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41:48.567" v="715" actId="403"/>
        <pc:sldMkLst>
          <pc:docMk/>
          <pc:sldMk cId="1724481139" sldId="680"/>
        </pc:sldMkLst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7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8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9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10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41:48.567" v="715" actId="403"/>
          <ac:spMkLst>
            <pc:docMk/>
            <pc:sldMk cId="1724481139" sldId="680"/>
            <ac:spMk id="10" creationId="{64FA0662-E137-5F22-5313-A630ED9AC224}"/>
          </ac:spMkLst>
        </pc:spChg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17" creationId="{00000000-0000-0000-0000-000000000000}"/>
          </ac:spMkLst>
        </pc:spChg>
        <pc:spChg chg="del">
          <ac:chgData name="A Lamagna" userId="51ffa61b-81bf-4463-bdeb-7e3f3f1f8945" providerId="ADAL" clId="{16C6B827-8486-484A-BDCB-9F44988B3EAA}" dt="2023-11-05T09:43:08.414" v="380" actId="478"/>
          <ac:spMkLst>
            <pc:docMk/>
            <pc:sldMk cId="1724481139" sldId="680"/>
            <ac:spMk id="18" creationId="{00000000-0000-0000-0000-000000000000}"/>
          </ac:spMkLst>
        </pc:spChg>
        <pc:picChg chg="add mod">
          <ac:chgData name="A Lamagna" userId="51ffa61b-81bf-4463-bdeb-7e3f3f1f8945" providerId="ADAL" clId="{16C6B827-8486-484A-BDCB-9F44988B3EAA}" dt="2023-11-05T09:43:29.891" v="382" actId="1076"/>
          <ac:picMkLst>
            <pc:docMk/>
            <pc:sldMk cId="1724481139" sldId="680"/>
            <ac:picMk id="5" creationId="{A9573682-2AC0-A663-8751-9E57E4A9CD50}"/>
          </ac:picMkLst>
        </pc:picChg>
        <pc:picChg chg="add mod">
          <ac:chgData name="A Lamagna" userId="51ffa61b-81bf-4463-bdeb-7e3f3f1f8945" providerId="ADAL" clId="{16C6B827-8486-484A-BDCB-9F44988B3EAA}" dt="2023-11-05T22:40:45.845" v="704" actId="1076"/>
          <ac:picMkLst>
            <pc:docMk/>
            <pc:sldMk cId="1724481139" sldId="680"/>
            <ac:picMk id="6" creationId="{AA577B90-19C3-8833-ED47-D1CB0B556037}"/>
          </ac:picMkLst>
        </pc:picChg>
        <pc:picChg chg="add del mod">
          <ac:chgData name="A Lamagna" userId="51ffa61b-81bf-4463-bdeb-7e3f3f1f8945" providerId="ADAL" clId="{16C6B827-8486-484A-BDCB-9F44988B3EAA}" dt="2023-11-05T09:43:57.370" v="387" actId="478"/>
          <ac:picMkLst>
            <pc:docMk/>
            <pc:sldMk cId="1724481139" sldId="680"/>
            <ac:picMk id="6" creationId="{BFD99888-6972-5453-747F-71328976CD28}"/>
          </ac:picMkLst>
        </pc:picChg>
        <pc:picChg chg="add mod">
          <ac:chgData name="A Lamagna" userId="51ffa61b-81bf-4463-bdeb-7e3f3f1f8945" providerId="ADAL" clId="{16C6B827-8486-484A-BDCB-9F44988B3EAA}" dt="2023-11-05T22:41:14.943" v="708" actId="1076"/>
          <ac:picMkLst>
            <pc:docMk/>
            <pc:sldMk cId="1724481139" sldId="680"/>
            <ac:picMk id="7" creationId="{E840224F-7131-9088-5C71-69AC53F94173}"/>
          </ac:picMkLst>
        </pc:picChg>
        <pc:cxnChg chg="add">
          <ac:chgData name="A Lamagna" userId="51ffa61b-81bf-4463-bdeb-7e3f3f1f8945" providerId="ADAL" clId="{16C6B827-8486-484A-BDCB-9F44988B3EAA}" dt="2023-11-05T22:41:23.981" v="709" actId="11529"/>
          <ac:cxnSpMkLst>
            <pc:docMk/>
            <pc:sldMk cId="1724481139" sldId="680"/>
            <ac:cxnSpMk id="9" creationId="{E575EEFF-3BC3-ECC7-8676-74FF04F7B3AC}"/>
          </ac:cxnSpMkLst>
        </pc:cxnChg>
        <pc:cxnChg chg="del mod">
          <ac:chgData name="A Lamagna" userId="51ffa61b-81bf-4463-bdeb-7e3f3f1f8945" providerId="ADAL" clId="{16C6B827-8486-484A-BDCB-9F44988B3EAA}" dt="2023-11-05T09:43:08.414" v="380" actId="478"/>
          <ac:cxnSpMkLst>
            <pc:docMk/>
            <pc:sldMk cId="1724481139" sldId="680"/>
            <ac:cxnSpMk id="12" creationId="{00000000-0000-0000-0000-000000000000}"/>
          </ac:cxnSpMkLst>
        </pc:cxnChg>
        <pc:cxnChg chg="del">
          <ac:chgData name="A Lamagna" userId="51ffa61b-81bf-4463-bdeb-7e3f3f1f8945" providerId="ADAL" clId="{16C6B827-8486-484A-BDCB-9F44988B3EAA}" dt="2023-11-05T09:43:08.414" v="380" actId="478"/>
          <ac:cxnSpMkLst>
            <pc:docMk/>
            <pc:sldMk cId="1724481139" sldId="680"/>
            <ac:cxnSpMk id="14" creationId="{00000000-0000-0000-0000-000000000000}"/>
          </ac:cxnSpMkLst>
        </pc:cxnChg>
      </pc:sldChg>
      <pc:sldChg chg="addSp delSp modSp add mod modAnim">
        <pc:chgData name="A Lamagna" userId="51ffa61b-81bf-4463-bdeb-7e3f3f1f8945" providerId="ADAL" clId="{16C6B827-8486-484A-BDCB-9F44988B3EAA}" dt="2023-11-05T22:43:17.834" v="727"/>
        <pc:sldMkLst>
          <pc:docMk/>
          <pc:sldMk cId="3421478009" sldId="681"/>
        </pc:sldMkLst>
        <pc:spChg chg="add mod">
          <ac:chgData name="A Lamagna" userId="51ffa61b-81bf-4463-bdeb-7e3f3f1f8945" providerId="ADAL" clId="{16C6B827-8486-484A-BDCB-9F44988B3EAA}" dt="2023-11-05T22:43:17.834" v="727"/>
          <ac:spMkLst>
            <pc:docMk/>
            <pc:sldMk cId="3421478009" sldId="681"/>
            <ac:spMk id="10" creationId="{790B927C-C91F-8EE8-06BE-95C4D42F8224}"/>
          </ac:spMkLst>
        </pc:spChg>
        <pc:picChg chg="add mod">
          <ac:chgData name="A Lamagna" userId="51ffa61b-81bf-4463-bdeb-7e3f3f1f8945" providerId="ADAL" clId="{16C6B827-8486-484A-BDCB-9F44988B3EAA}" dt="2023-11-05T22:42:32.144" v="720" actId="1076"/>
          <ac:picMkLst>
            <pc:docMk/>
            <pc:sldMk cId="3421478009" sldId="681"/>
            <ac:picMk id="5" creationId="{64B65270-7F15-9089-EB21-7E317EED86B7}"/>
          </ac:picMkLst>
        </pc:picChg>
        <pc:picChg chg="del">
          <ac:chgData name="A Lamagna" userId="51ffa61b-81bf-4463-bdeb-7e3f3f1f8945" providerId="ADAL" clId="{16C6B827-8486-484A-BDCB-9F44988B3EAA}" dt="2023-11-05T09:43:52.750" v="385" actId="478"/>
          <ac:picMkLst>
            <pc:docMk/>
            <pc:sldMk cId="3421478009" sldId="681"/>
            <ac:picMk id="5" creationId="{A9573682-2AC0-A663-8751-9E57E4A9CD50}"/>
          </ac:picMkLst>
        </pc:picChg>
        <pc:picChg chg="mod">
          <ac:chgData name="A Lamagna" userId="51ffa61b-81bf-4463-bdeb-7e3f3f1f8945" providerId="ADAL" clId="{16C6B827-8486-484A-BDCB-9F44988B3EAA}" dt="2023-11-05T22:42:01.976" v="716" actId="14100"/>
          <ac:picMkLst>
            <pc:docMk/>
            <pc:sldMk cId="3421478009" sldId="681"/>
            <ac:picMk id="6" creationId="{BFD99888-6972-5453-747F-71328976CD28}"/>
          </ac:picMkLst>
        </pc:picChg>
        <pc:picChg chg="add mod">
          <ac:chgData name="A Lamagna" userId="51ffa61b-81bf-4463-bdeb-7e3f3f1f8945" providerId="ADAL" clId="{16C6B827-8486-484A-BDCB-9F44988B3EAA}" dt="2023-11-05T22:42:58.898" v="725" actId="14100"/>
          <ac:picMkLst>
            <pc:docMk/>
            <pc:sldMk cId="3421478009" sldId="681"/>
            <ac:picMk id="7" creationId="{D83CCA91-8B87-B3E5-8211-4DE3E06989E8}"/>
          </ac:picMkLst>
        </pc:picChg>
        <pc:cxnChg chg="add">
          <ac:chgData name="A Lamagna" userId="51ffa61b-81bf-4463-bdeb-7e3f3f1f8945" providerId="ADAL" clId="{16C6B827-8486-484A-BDCB-9F44988B3EAA}" dt="2023-11-05T22:43:11.510" v="726" actId="11529"/>
          <ac:cxnSpMkLst>
            <pc:docMk/>
            <pc:sldMk cId="3421478009" sldId="681"/>
            <ac:cxnSpMk id="9" creationId="{54FF8536-C805-7FF9-F4A0-C206965A25BC}"/>
          </ac:cxnSpMkLst>
        </pc:cxnChg>
      </pc:sldChg>
      <pc:sldChg chg="addSp delSp modSp add mod modAnim">
        <pc:chgData name="A Lamagna" userId="51ffa61b-81bf-4463-bdeb-7e3f3f1f8945" providerId="ADAL" clId="{16C6B827-8486-484A-BDCB-9F44988B3EAA}" dt="2023-11-05T22:51:45.324" v="738"/>
        <pc:sldMkLst>
          <pc:docMk/>
          <pc:sldMk cId="3805695290" sldId="682"/>
        </pc:sldMkLst>
        <pc:spChg chg="add mod">
          <ac:chgData name="A Lamagna" userId="51ffa61b-81bf-4463-bdeb-7e3f3f1f8945" providerId="ADAL" clId="{16C6B827-8486-484A-BDCB-9F44988B3EAA}" dt="2023-11-05T22:51:45.324" v="738"/>
          <ac:spMkLst>
            <pc:docMk/>
            <pc:sldMk cId="3805695290" sldId="682"/>
            <ac:spMk id="8" creationId="{A44B1408-7325-9A87-A9CA-750956F14131}"/>
          </ac:spMkLst>
        </pc:spChg>
        <pc:picChg chg="add mod">
          <ac:chgData name="A Lamagna" userId="51ffa61b-81bf-4463-bdeb-7e3f3f1f8945" providerId="ADAL" clId="{16C6B827-8486-484A-BDCB-9F44988B3EAA}" dt="2023-11-05T22:44:09.591" v="728" actId="14100"/>
          <ac:picMkLst>
            <pc:docMk/>
            <pc:sldMk cId="3805695290" sldId="682"/>
            <ac:picMk id="5" creationId="{B3E32AC0-E872-F8E9-1B6D-B9E8E8BD6C5A}"/>
          </ac:picMkLst>
        </pc:picChg>
        <pc:picChg chg="add mod">
          <ac:chgData name="A Lamagna" userId="51ffa61b-81bf-4463-bdeb-7e3f3f1f8945" providerId="ADAL" clId="{16C6B827-8486-484A-BDCB-9F44988B3EAA}" dt="2023-11-05T22:51:34.935" v="737" actId="1076"/>
          <ac:picMkLst>
            <pc:docMk/>
            <pc:sldMk cId="3805695290" sldId="682"/>
            <ac:picMk id="6" creationId="{847035EB-CCAA-7E6A-AD27-2BA056E2EBF2}"/>
          </ac:picMkLst>
        </pc:picChg>
        <pc:picChg chg="del">
          <ac:chgData name="A Lamagna" userId="51ffa61b-81bf-4463-bdeb-7e3f3f1f8945" providerId="ADAL" clId="{16C6B827-8486-484A-BDCB-9F44988B3EAA}" dt="2023-11-05T09:44:02.060" v="390" actId="478"/>
          <ac:picMkLst>
            <pc:docMk/>
            <pc:sldMk cId="3805695290" sldId="682"/>
            <ac:picMk id="6" creationId="{BFD99888-6972-5453-747F-71328976CD28}"/>
          </ac:picMkLst>
        </pc:picChg>
        <pc:picChg chg="add mod">
          <ac:chgData name="A Lamagna" userId="51ffa61b-81bf-4463-bdeb-7e3f3f1f8945" providerId="ADAL" clId="{16C6B827-8486-484A-BDCB-9F44988B3EAA}" dt="2023-11-05T22:51:32.640" v="736" actId="1076"/>
          <ac:picMkLst>
            <pc:docMk/>
            <pc:sldMk cId="3805695290" sldId="682"/>
            <ac:picMk id="7" creationId="{91571951-511F-84F8-BF1B-01AA32B18291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52:43.910" v="750" actId="14100"/>
        <pc:sldMkLst>
          <pc:docMk/>
          <pc:sldMk cId="1929843920" sldId="683"/>
        </pc:sldMkLst>
        <pc:spChg chg="add mod">
          <ac:chgData name="A Lamagna" userId="51ffa61b-81bf-4463-bdeb-7e3f3f1f8945" providerId="ADAL" clId="{16C6B827-8486-484A-BDCB-9F44988B3EAA}" dt="2023-11-05T22:52:43.910" v="750" actId="14100"/>
          <ac:spMkLst>
            <pc:docMk/>
            <pc:sldMk cId="1929843920" sldId="683"/>
            <ac:spMk id="10" creationId="{73110DB1-F06B-60B8-CE98-0BA0CF537BFB}"/>
          </ac:spMkLst>
        </pc:spChg>
        <pc:picChg chg="add mod">
          <ac:chgData name="A Lamagna" userId="51ffa61b-81bf-4463-bdeb-7e3f3f1f8945" providerId="ADAL" clId="{16C6B827-8486-484A-BDCB-9F44988B3EAA}" dt="2023-11-05T22:51:50.058" v="739" actId="14100"/>
          <ac:picMkLst>
            <pc:docMk/>
            <pc:sldMk cId="1929843920" sldId="683"/>
            <ac:picMk id="5" creationId="{764FB1F0-7989-FE58-AF80-C8386F9DB815}"/>
          </ac:picMkLst>
        </pc:picChg>
        <pc:picChg chg="add mod">
          <ac:chgData name="A Lamagna" userId="51ffa61b-81bf-4463-bdeb-7e3f3f1f8945" providerId="ADAL" clId="{16C6B827-8486-484A-BDCB-9F44988B3EAA}" dt="2023-11-05T22:52:08.925" v="742" actId="14100"/>
          <ac:picMkLst>
            <pc:docMk/>
            <pc:sldMk cId="1929843920" sldId="683"/>
            <ac:picMk id="6" creationId="{3852B162-5F9F-7980-C4B4-8507CB65B576}"/>
          </ac:picMkLst>
        </pc:picChg>
        <pc:picChg chg="del">
          <ac:chgData name="A Lamagna" userId="51ffa61b-81bf-4463-bdeb-7e3f3f1f8945" providerId="ADAL" clId="{16C6B827-8486-484A-BDCB-9F44988B3EAA}" dt="2023-11-05T09:44:37.531" v="393" actId="478"/>
          <ac:picMkLst>
            <pc:docMk/>
            <pc:sldMk cId="1929843920" sldId="683"/>
            <ac:picMk id="6" creationId="{BFD99888-6972-5453-747F-71328976CD28}"/>
          </ac:picMkLst>
        </pc:picChg>
        <pc:picChg chg="add mod">
          <ac:chgData name="A Lamagna" userId="51ffa61b-81bf-4463-bdeb-7e3f3f1f8945" providerId="ADAL" clId="{16C6B827-8486-484A-BDCB-9F44988B3EAA}" dt="2023-11-05T22:52:25.074" v="746" actId="1076"/>
          <ac:picMkLst>
            <pc:docMk/>
            <pc:sldMk cId="1929843920" sldId="683"/>
            <ac:picMk id="7" creationId="{E839BAD5-87E8-591B-6263-8F9AD515751E}"/>
          </ac:picMkLst>
        </pc:picChg>
        <pc:cxnChg chg="add">
          <ac:chgData name="A Lamagna" userId="51ffa61b-81bf-4463-bdeb-7e3f3f1f8945" providerId="ADAL" clId="{16C6B827-8486-484A-BDCB-9F44988B3EAA}" dt="2023-11-05T22:52:33.726" v="747" actId="11529"/>
          <ac:cxnSpMkLst>
            <pc:docMk/>
            <pc:sldMk cId="1929843920" sldId="683"/>
            <ac:cxnSpMk id="9" creationId="{A7678FA2-56F9-9917-B0EA-A5608AE26076}"/>
          </ac:cxnSpMkLst>
        </pc:cxnChg>
      </pc:sldChg>
      <pc:sldChg chg="addSp delSp modSp add mod modAnim">
        <pc:chgData name="A Lamagna" userId="51ffa61b-81bf-4463-bdeb-7e3f3f1f8945" providerId="ADAL" clId="{16C6B827-8486-484A-BDCB-9F44988B3EAA}" dt="2023-11-05T22:55:58.129" v="776" actId="403"/>
        <pc:sldMkLst>
          <pc:docMk/>
          <pc:sldMk cId="3691544291" sldId="684"/>
        </pc:sldMkLst>
        <pc:spChg chg="add mod">
          <ac:chgData name="A Lamagna" userId="51ffa61b-81bf-4463-bdeb-7e3f3f1f8945" providerId="ADAL" clId="{16C6B827-8486-484A-BDCB-9F44988B3EAA}" dt="2023-11-05T22:55:40.070" v="770" actId="403"/>
          <ac:spMkLst>
            <pc:docMk/>
            <pc:sldMk cId="3691544291" sldId="684"/>
            <ac:spMk id="7" creationId="{FFEFFCDC-303A-7D14-72B0-5C6661AA68C6}"/>
          </ac:spMkLst>
        </pc:spChg>
        <pc:spChg chg="add mod">
          <ac:chgData name="A Lamagna" userId="51ffa61b-81bf-4463-bdeb-7e3f3f1f8945" providerId="ADAL" clId="{16C6B827-8486-484A-BDCB-9F44988B3EAA}" dt="2023-11-05T22:55:58.129" v="776" actId="403"/>
          <ac:spMkLst>
            <pc:docMk/>
            <pc:sldMk cId="3691544291" sldId="684"/>
            <ac:spMk id="8" creationId="{7A2B129C-95EB-5F0A-C729-2B0AB84D4FAF}"/>
          </ac:spMkLst>
        </pc:spChg>
        <pc:picChg chg="add mod">
          <ac:chgData name="A Lamagna" userId="51ffa61b-81bf-4463-bdeb-7e3f3f1f8945" providerId="ADAL" clId="{16C6B827-8486-484A-BDCB-9F44988B3EAA}" dt="2023-11-05T09:46:39.913" v="412" actId="1076"/>
          <ac:picMkLst>
            <pc:docMk/>
            <pc:sldMk cId="3691544291" sldId="684"/>
            <ac:picMk id="5" creationId="{13D3198C-07F6-6248-5987-FE3B60D4D0AD}"/>
          </ac:picMkLst>
        </pc:picChg>
        <pc:picChg chg="add mod">
          <ac:chgData name="A Lamagna" userId="51ffa61b-81bf-4463-bdeb-7e3f3f1f8945" providerId="ADAL" clId="{16C6B827-8486-484A-BDCB-9F44988B3EAA}" dt="2023-11-05T22:55:17.114" v="763" actId="1076"/>
          <ac:picMkLst>
            <pc:docMk/>
            <pc:sldMk cId="3691544291" sldId="684"/>
            <ac:picMk id="6" creationId="{2B6A510C-5BBA-97AE-C284-9B290F0BA4A3}"/>
          </ac:picMkLst>
        </pc:picChg>
        <pc:picChg chg="del">
          <ac:chgData name="A Lamagna" userId="51ffa61b-81bf-4463-bdeb-7e3f3f1f8945" providerId="ADAL" clId="{16C6B827-8486-484A-BDCB-9F44988B3EAA}" dt="2023-11-05T09:46:00.698" v="410" actId="478"/>
          <ac:picMkLst>
            <pc:docMk/>
            <pc:sldMk cId="3691544291" sldId="684"/>
            <ac:picMk id="7" creationId="{667F57B6-7AAB-C486-D750-5EDE8B02AA61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57:50.824" v="791" actId="403"/>
        <pc:sldMkLst>
          <pc:docMk/>
          <pc:sldMk cId="2524572437" sldId="685"/>
        </pc:sldMkLst>
        <pc:spChg chg="mod">
          <ac:chgData name="A Lamagna" userId="51ffa61b-81bf-4463-bdeb-7e3f3f1f8945" providerId="ADAL" clId="{16C6B827-8486-484A-BDCB-9F44988B3EAA}" dt="2023-11-05T09:47:40.504" v="424" actId="20577"/>
          <ac:spMkLst>
            <pc:docMk/>
            <pc:sldMk cId="2524572437" sldId="685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57:50.824" v="791" actId="403"/>
          <ac:spMkLst>
            <pc:docMk/>
            <pc:sldMk cId="2524572437" sldId="685"/>
            <ac:spMk id="7" creationId="{B36C9ADC-1ACA-23F8-D362-1DA3295CED44}"/>
          </ac:spMkLst>
        </pc:spChg>
        <pc:picChg chg="del">
          <ac:chgData name="A Lamagna" userId="51ffa61b-81bf-4463-bdeb-7e3f3f1f8945" providerId="ADAL" clId="{16C6B827-8486-484A-BDCB-9F44988B3EAA}" dt="2023-11-05T09:47:31.513" v="422" actId="478"/>
          <ac:picMkLst>
            <pc:docMk/>
            <pc:sldMk cId="2524572437" sldId="685"/>
            <ac:picMk id="5" creationId="{13D3198C-07F6-6248-5987-FE3B60D4D0AD}"/>
          </ac:picMkLst>
        </pc:picChg>
        <pc:picChg chg="add mod">
          <ac:chgData name="A Lamagna" userId="51ffa61b-81bf-4463-bdeb-7e3f3f1f8945" providerId="ADAL" clId="{16C6B827-8486-484A-BDCB-9F44988B3EAA}" dt="2023-11-05T22:57:42.412" v="786" actId="1076"/>
          <ac:picMkLst>
            <pc:docMk/>
            <pc:sldMk cId="2524572437" sldId="685"/>
            <ac:picMk id="5" creationId="{BE183F44-6FFE-7957-FC7F-A8C20C532C9E}"/>
          </ac:picMkLst>
        </pc:picChg>
        <pc:picChg chg="add mod">
          <ac:chgData name="A Lamagna" userId="51ffa61b-81bf-4463-bdeb-7e3f3f1f8945" providerId="ADAL" clId="{16C6B827-8486-484A-BDCB-9F44988B3EAA}" dt="2023-11-05T22:56:22.904" v="778" actId="14100"/>
          <ac:picMkLst>
            <pc:docMk/>
            <pc:sldMk cId="2524572437" sldId="685"/>
            <ac:picMk id="6" creationId="{212A8C6C-952A-40CA-2BAF-FCA2CBDFF7BA}"/>
          </ac:picMkLst>
        </pc:picChg>
        <pc:picChg chg="add del">
          <ac:chgData name="A Lamagna" userId="51ffa61b-81bf-4463-bdeb-7e3f3f1f8945" providerId="ADAL" clId="{16C6B827-8486-484A-BDCB-9F44988B3EAA}" dt="2023-11-05T09:48:39.160" v="434" actId="478"/>
          <ac:picMkLst>
            <pc:docMk/>
            <pc:sldMk cId="2524572437" sldId="685"/>
            <ac:picMk id="7" creationId="{5D3E3C7E-095B-72D4-4CA6-46A9BB82E1F3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57:57.531" v="793" actId="1076"/>
        <pc:sldMkLst>
          <pc:docMk/>
          <pc:sldMk cId="438750866" sldId="686"/>
        </pc:sldMkLst>
        <pc:spChg chg="add mod">
          <ac:chgData name="A Lamagna" userId="51ffa61b-81bf-4463-bdeb-7e3f3f1f8945" providerId="ADAL" clId="{16C6B827-8486-484A-BDCB-9F44988B3EAA}" dt="2023-11-05T22:57:54.290" v="792"/>
          <ac:spMkLst>
            <pc:docMk/>
            <pc:sldMk cId="438750866" sldId="686"/>
            <ac:spMk id="6" creationId="{8C785C95-C230-A9A6-783C-3E2F93771DC4}"/>
          </ac:spMkLst>
        </pc:spChg>
        <pc:picChg chg="add mod">
          <ac:chgData name="A Lamagna" userId="51ffa61b-81bf-4463-bdeb-7e3f3f1f8945" providerId="ADAL" clId="{16C6B827-8486-484A-BDCB-9F44988B3EAA}" dt="2023-11-05T22:57:57.531" v="793" actId="1076"/>
          <ac:picMkLst>
            <pc:docMk/>
            <pc:sldMk cId="438750866" sldId="686"/>
            <ac:picMk id="5" creationId="{9D202D13-BBC1-F0D2-72CE-69C1644467A1}"/>
          </ac:picMkLst>
        </pc:picChg>
        <pc:picChg chg="del">
          <ac:chgData name="A Lamagna" userId="51ffa61b-81bf-4463-bdeb-7e3f3f1f8945" providerId="ADAL" clId="{16C6B827-8486-484A-BDCB-9F44988B3EAA}" dt="2023-11-05T09:48:32.698" v="431" actId="478"/>
          <ac:picMkLst>
            <pc:docMk/>
            <pc:sldMk cId="438750866" sldId="686"/>
            <ac:picMk id="6" creationId="{212A8C6C-952A-40CA-2BAF-FCA2CBDFF7BA}"/>
          </ac:picMkLst>
        </pc:picChg>
        <pc:picChg chg="mod">
          <ac:chgData name="A Lamagna" userId="51ffa61b-81bf-4463-bdeb-7e3f3f1f8945" providerId="ADAL" clId="{16C6B827-8486-484A-BDCB-9F44988B3EAA}" dt="2023-11-05T09:48:37.175" v="433" actId="14100"/>
          <ac:picMkLst>
            <pc:docMk/>
            <pc:sldMk cId="438750866" sldId="686"/>
            <ac:picMk id="7" creationId="{5D3E3C7E-095B-72D4-4CA6-46A9BB82E1F3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2:59:12.867" v="808" actId="403"/>
        <pc:sldMkLst>
          <pc:docMk/>
          <pc:sldMk cId="1464248671" sldId="687"/>
        </pc:sldMkLst>
        <pc:spChg chg="mod">
          <ac:chgData name="A Lamagna" userId="51ffa61b-81bf-4463-bdeb-7e3f3f1f8945" providerId="ADAL" clId="{16C6B827-8486-484A-BDCB-9F44988B3EAA}" dt="2023-11-05T09:49:14.903" v="439" actId="20577"/>
          <ac:spMkLst>
            <pc:docMk/>
            <pc:sldMk cId="1464248671" sldId="687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2:59:12.867" v="808" actId="403"/>
          <ac:spMkLst>
            <pc:docMk/>
            <pc:sldMk cId="1464248671" sldId="687"/>
            <ac:spMk id="8" creationId="{2A3FDFC3-7D17-76F5-6CB1-722EAB636E38}"/>
          </ac:spMkLst>
        </pc:spChg>
        <pc:picChg chg="add mod">
          <ac:chgData name="A Lamagna" userId="51ffa61b-81bf-4463-bdeb-7e3f3f1f8945" providerId="ADAL" clId="{16C6B827-8486-484A-BDCB-9F44988B3EAA}" dt="2023-11-05T09:50:39.558" v="457" actId="14100"/>
          <ac:picMkLst>
            <pc:docMk/>
            <pc:sldMk cId="1464248671" sldId="687"/>
            <ac:picMk id="5" creationId="{982F1012-9B24-025C-637E-42140BEB68A2}"/>
          </ac:picMkLst>
        </pc:picChg>
        <pc:picChg chg="add mod">
          <ac:chgData name="A Lamagna" userId="51ffa61b-81bf-4463-bdeb-7e3f3f1f8945" providerId="ADAL" clId="{16C6B827-8486-484A-BDCB-9F44988B3EAA}" dt="2023-11-05T22:58:39.360" v="797" actId="1076"/>
          <ac:picMkLst>
            <pc:docMk/>
            <pc:sldMk cId="1464248671" sldId="687"/>
            <ac:picMk id="6" creationId="{18114625-F88B-B22B-4B5E-93A8E010AB8D}"/>
          </ac:picMkLst>
        </pc:picChg>
        <pc:picChg chg="add mod">
          <ac:chgData name="A Lamagna" userId="51ffa61b-81bf-4463-bdeb-7e3f3f1f8945" providerId="ADAL" clId="{16C6B827-8486-484A-BDCB-9F44988B3EAA}" dt="2023-11-05T22:58:55.278" v="799" actId="1076"/>
          <ac:picMkLst>
            <pc:docMk/>
            <pc:sldMk cId="1464248671" sldId="687"/>
            <ac:picMk id="7" creationId="{4E21034D-A212-6AE7-BEE6-873E7DC51521}"/>
          </ac:picMkLst>
        </pc:picChg>
        <pc:picChg chg="del">
          <ac:chgData name="A Lamagna" userId="51ffa61b-81bf-4463-bdeb-7e3f3f1f8945" providerId="ADAL" clId="{16C6B827-8486-484A-BDCB-9F44988B3EAA}" dt="2023-11-05T09:49:17.575" v="440" actId="478"/>
          <ac:picMkLst>
            <pc:docMk/>
            <pc:sldMk cId="1464248671" sldId="687"/>
            <ac:picMk id="7" creationId="{5D3E3C7E-095B-72D4-4CA6-46A9BB82E1F3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2:59:43.645" v="812" actId="14100"/>
        <pc:sldMkLst>
          <pc:docMk/>
          <pc:sldMk cId="1349559101" sldId="688"/>
        </pc:sldMkLst>
        <pc:spChg chg="add mod">
          <ac:chgData name="A Lamagna" userId="51ffa61b-81bf-4463-bdeb-7e3f3f1f8945" providerId="ADAL" clId="{16C6B827-8486-484A-BDCB-9F44988B3EAA}" dt="2023-11-05T22:59:43.645" v="812" actId="14100"/>
          <ac:spMkLst>
            <pc:docMk/>
            <pc:sldMk cId="1349559101" sldId="688"/>
            <ac:spMk id="7" creationId="{720243F0-6F6E-F887-49B7-AE423FFFF477}"/>
          </ac:spMkLst>
        </pc:spChg>
        <pc:picChg chg="add mod">
          <ac:chgData name="A Lamagna" userId="51ffa61b-81bf-4463-bdeb-7e3f3f1f8945" providerId="ADAL" clId="{16C6B827-8486-484A-BDCB-9F44988B3EAA}" dt="2023-11-05T09:50:53.116" v="459" actId="1076"/>
          <ac:picMkLst>
            <pc:docMk/>
            <pc:sldMk cId="1349559101" sldId="688"/>
            <ac:picMk id="5" creationId="{8D6ACDBD-E857-5DAB-AE48-E6C237626C74}"/>
          </ac:picMkLst>
        </pc:picChg>
        <pc:picChg chg="add mod">
          <ac:chgData name="A Lamagna" userId="51ffa61b-81bf-4463-bdeb-7e3f3f1f8945" providerId="ADAL" clId="{16C6B827-8486-484A-BDCB-9F44988B3EAA}" dt="2023-11-05T22:59:35.099" v="810" actId="1076"/>
          <ac:picMkLst>
            <pc:docMk/>
            <pc:sldMk cId="1349559101" sldId="688"/>
            <ac:picMk id="6" creationId="{ED663AC7-272E-3C87-8C00-121C6A308D40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3:03:07.185" v="836" actId="20577"/>
        <pc:sldMkLst>
          <pc:docMk/>
          <pc:sldMk cId="3032184747" sldId="689"/>
        </pc:sldMkLst>
        <pc:spChg chg="add mod">
          <ac:chgData name="A Lamagna" userId="51ffa61b-81bf-4463-bdeb-7e3f3f1f8945" providerId="ADAL" clId="{16C6B827-8486-484A-BDCB-9F44988B3EAA}" dt="2023-11-05T23:03:05.053" v="835" actId="20577"/>
          <ac:spMkLst>
            <pc:docMk/>
            <pc:sldMk cId="3032184747" sldId="689"/>
            <ac:spMk id="11" creationId="{A1DFC724-96F6-4CE6-83E1-9DAF1172CABD}"/>
          </ac:spMkLst>
        </pc:spChg>
        <pc:spChg chg="add mod">
          <ac:chgData name="A Lamagna" userId="51ffa61b-81bf-4463-bdeb-7e3f3f1f8945" providerId="ADAL" clId="{16C6B827-8486-484A-BDCB-9F44988B3EAA}" dt="2023-11-05T23:03:07.185" v="836" actId="20577"/>
          <ac:spMkLst>
            <pc:docMk/>
            <pc:sldMk cId="3032184747" sldId="689"/>
            <ac:spMk id="12" creationId="{DC370B9F-4816-F292-DCDD-185508EA13A9}"/>
          </ac:spMkLst>
        </pc:spChg>
        <pc:picChg chg="add mod">
          <ac:chgData name="A Lamagna" userId="51ffa61b-81bf-4463-bdeb-7e3f3f1f8945" providerId="ADAL" clId="{16C6B827-8486-484A-BDCB-9F44988B3EAA}" dt="2023-11-05T09:51:10.764" v="463" actId="1076"/>
          <ac:picMkLst>
            <pc:docMk/>
            <pc:sldMk cId="3032184747" sldId="689"/>
            <ac:picMk id="5" creationId="{74CE3EA6-98D2-D53C-4C85-62A37D41678E}"/>
          </ac:picMkLst>
        </pc:picChg>
        <pc:picChg chg="add mod modCrop">
          <ac:chgData name="A Lamagna" userId="51ffa61b-81bf-4463-bdeb-7e3f3f1f8945" providerId="ADAL" clId="{16C6B827-8486-484A-BDCB-9F44988B3EAA}" dt="2023-11-05T23:02:27.620" v="826" actId="14100"/>
          <ac:picMkLst>
            <pc:docMk/>
            <pc:sldMk cId="3032184747" sldId="689"/>
            <ac:picMk id="6" creationId="{24F82B5C-7AB0-3BC9-C21E-65CDD6180751}"/>
          </ac:picMkLst>
        </pc:picChg>
        <pc:picChg chg="add mod">
          <ac:chgData name="A Lamagna" userId="51ffa61b-81bf-4463-bdeb-7e3f3f1f8945" providerId="ADAL" clId="{16C6B827-8486-484A-BDCB-9F44988B3EAA}" dt="2023-11-05T23:02:32.876" v="828" actId="1037"/>
          <ac:picMkLst>
            <pc:docMk/>
            <pc:sldMk cId="3032184747" sldId="689"/>
            <ac:picMk id="7" creationId="{D21AC373-01FB-CE77-4D06-30C0663A86CB}"/>
          </ac:picMkLst>
        </pc:picChg>
        <pc:picChg chg="add mod">
          <ac:chgData name="A Lamagna" userId="51ffa61b-81bf-4463-bdeb-7e3f3f1f8945" providerId="ADAL" clId="{16C6B827-8486-484A-BDCB-9F44988B3EAA}" dt="2023-11-05T23:02:21.552" v="825" actId="14100"/>
          <ac:picMkLst>
            <pc:docMk/>
            <pc:sldMk cId="3032184747" sldId="689"/>
            <ac:picMk id="10" creationId="{80D23079-6ED9-9CED-37D9-2AD90AF61BFE}"/>
          </ac:picMkLst>
        </pc:picChg>
        <pc:cxnChg chg="add mod">
          <ac:chgData name="A Lamagna" userId="51ffa61b-81bf-4463-bdeb-7e3f3f1f8945" providerId="ADAL" clId="{16C6B827-8486-484A-BDCB-9F44988B3EAA}" dt="2023-11-05T23:02:32.876" v="828" actId="1037"/>
          <ac:cxnSpMkLst>
            <pc:docMk/>
            <pc:sldMk cId="3032184747" sldId="689"/>
            <ac:cxnSpMk id="9" creationId="{5B8574E6-8E6A-BB36-5E9A-72EB6C9E7277}"/>
          </ac:cxnSpMkLst>
        </pc:cxnChg>
      </pc:sldChg>
      <pc:sldChg chg="addSp delSp modSp add mod ord modAnim">
        <pc:chgData name="A Lamagna" userId="51ffa61b-81bf-4463-bdeb-7e3f3f1f8945" providerId="ADAL" clId="{16C6B827-8486-484A-BDCB-9F44988B3EAA}" dt="2023-11-05T23:06:49.542" v="857" actId="20577"/>
        <pc:sldMkLst>
          <pc:docMk/>
          <pc:sldMk cId="4095601130" sldId="690"/>
        </pc:sldMkLst>
        <pc:spChg chg="mod">
          <ac:chgData name="A Lamagna" userId="51ffa61b-81bf-4463-bdeb-7e3f3f1f8945" providerId="ADAL" clId="{16C6B827-8486-484A-BDCB-9F44988B3EAA}" dt="2023-11-05T09:51:59.700" v="469" actId="20577"/>
          <ac:spMkLst>
            <pc:docMk/>
            <pc:sldMk cId="4095601130" sldId="690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3:06:33.951" v="853" actId="20577"/>
          <ac:spMkLst>
            <pc:docMk/>
            <pc:sldMk cId="4095601130" sldId="690"/>
            <ac:spMk id="9" creationId="{A2ED7849-EF50-FF54-AA21-6A59ACCC2BBA}"/>
          </ac:spMkLst>
        </pc:spChg>
        <pc:spChg chg="add mod">
          <ac:chgData name="A Lamagna" userId="51ffa61b-81bf-4463-bdeb-7e3f3f1f8945" providerId="ADAL" clId="{16C6B827-8486-484A-BDCB-9F44988B3EAA}" dt="2023-11-05T23:06:49.542" v="857" actId="20577"/>
          <ac:spMkLst>
            <pc:docMk/>
            <pc:sldMk cId="4095601130" sldId="690"/>
            <ac:spMk id="10" creationId="{87DCBD93-8E36-0C2D-E097-9689C37747E4}"/>
          </ac:spMkLst>
        </pc:spChg>
        <pc:picChg chg="del">
          <ac:chgData name="A Lamagna" userId="51ffa61b-81bf-4463-bdeb-7e3f3f1f8945" providerId="ADAL" clId="{16C6B827-8486-484A-BDCB-9F44988B3EAA}" dt="2023-11-05T09:52:01.429" v="470" actId="478"/>
          <ac:picMkLst>
            <pc:docMk/>
            <pc:sldMk cId="4095601130" sldId="690"/>
            <ac:picMk id="5" creationId="{74CE3EA6-98D2-D53C-4C85-62A37D41678E}"/>
          </ac:picMkLst>
        </pc:picChg>
        <pc:picChg chg="add mod">
          <ac:chgData name="A Lamagna" userId="51ffa61b-81bf-4463-bdeb-7e3f3f1f8945" providerId="ADAL" clId="{16C6B827-8486-484A-BDCB-9F44988B3EAA}" dt="2023-11-05T23:05:07.879" v="839" actId="1076"/>
          <ac:picMkLst>
            <pc:docMk/>
            <pc:sldMk cId="4095601130" sldId="690"/>
            <ac:picMk id="5" creationId="{A741B391-30D6-9C21-278D-B00D93E8B6DB}"/>
          </ac:picMkLst>
        </pc:picChg>
        <pc:picChg chg="add mod">
          <ac:chgData name="A Lamagna" userId="51ffa61b-81bf-4463-bdeb-7e3f3f1f8945" providerId="ADAL" clId="{16C6B827-8486-484A-BDCB-9F44988B3EAA}" dt="2023-11-05T09:53:41.242" v="486" actId="1076"/>
          <ac:picMkLst>
            <pc:docMk/>
            <pc:sldMk cId="4095601130" sldId="690"/>
            <ac:picMk id="6" creationId="{7EB09781-2D4D-98BA-0FD4-DA5A6B1C6694}"/>
          </ac:picMkLst>
        </pc:picChg>
        <pc:picChg chg="add mod">
          <ac:chgData name="A Lamagna" userId="51ffa61b-81bf-4463-bdeb-7e3f3f1f8945" providerId="ADAL" clId="{16C6B827-8486-484A-BDCB-9F44988B3EAA}" dt="2023-11-05T23:05:47.052" v="844" actId="1076"/>
          <ac:picMkLst>
            <pc:docMk/>
            <pc:sldMk cId="4095601130" sldId="690"/>
            <ac:picMk id="7" creationId="{2F183BE7-4D17-EDAC-9F32-1BFB0F5F90CC}"/>
          </ac:picMkLst>
        </pc:picChg>
        <pc:picChg chg="add mod">
          <ac:chgData name="A Lamagna" userId="51ffa61b-81bf-4463-bdeb-7e3f3f1f8945" providerId="ADAL" clId="{16C6B827-8486-484A-BDCB-9F44988B3EAA}" dt="2023-11-05T23:06:14.142" v="847" actId="1076"/>
          <ac:picMkLst>
            <pc:docMk/>
            <pc:sldMk cId="4095601130" sldId="690"/>
            <ac:picMk id="8" creationId="{A846EA76-12C7-3263-89AD-4B5C5C9D7493}"/>
          </ac:picMkLst>
        </pc:picChg>
      </pc:sldChg>
      <pc:sldChg chg="addSp delSp modSp add mod ord">
        <pc:chgData name="A Lamagna" userId="51ffa61b-81bf-4463-bdeb-7e3f3f1f8945" providerId="ADAL" clId="{16C6B827-8486-484A-BDCB-9F44988B3EAA}" dt="2023-11-05T23:07:34.121" v="873" actId="20577"/>
        <pc:sldMkLst>
          <pc:docMk/>
          <pc:sldMk cId="1023446750" sldId="691"/>
        </pc:sldMkLst>
        <pc:spChg chg="add mod">
          <ac:chgData name="A Lamagna" userId="51ffa61b-81bf-4463-bdeb-7e3f3f1f8945" providerId="ADAL" clId="{16C6B827-8486-484A-BDCB-9F44988B3EAA}" dt="2023-11-05T23:07:34.121" v="873" actId="20577"/>
          <ac:spMkLst>
            <pc:docMk/>
            <pc:sldMk cId="1023446750" sldId="691"/>
            <ac:spMk id="6" creationId="{8013DBE5-7093-4454-CD9C-D8DBC876619E}"/>
          </ac:spMkLst>
        </pc:spChg>
        <pc:picChg chg="add mod">
          <ac:chgData name="A Lamagna" userId="51ffa61b-81bf-4463-bdeb-7e3f3f1f8945" providerId="ADAL" clId="{16C6B827-8486-484A-BDCB-9F44988B3EAA}" dt="2023-11-05T09:54:18.001" v="491" actId="14100"/>
          <ac:picMkLst>
            <pc:docMk/>
            <pc:sldMk cId="1023446750" sldId="691"/>
            <ac:picMk id="5" creationId="{27093506-2925-7A66-EA33-E4FC08CB81D1}"/>
          </ac:picMkLst>
        </pc:picChg>
        <pc:picChg chg="del">
          <ac:chgData name="A Lamagna" userId="51ffa61b-81bf-4463-bdeb-7e3f3f1f8945" providerId="ADAL" clId="{16C6B827-8486-484A-BDCB-9F44988B3EAA}" dt="2023-11-05T09:54:00.868" v="488" actId="478"/>
          <ac:picMkLst>
            <pc:docMk/>
            <pc:sldMk cId="1023446750" sldId="691"/>
            <ac:picMk id="6" creationId="{7EB09781-2D4D-98BA-0FD4-DA5A6B1C6694}"/>
          </ac:picMkLst>
        </pc:picChg>
      </pc:sldChg>
      <pc:sldChg chg="addSp delSp modSp add mod modAnim">
        <pc:chgData name="A Lamagna" userId="51ffa61b-81bf-4463-bdeb-7e3f3f1f8945" providerId="ADAL" clId="{16C6B827-8486-484A-BDCB-9F44988B3EAA}" dt="2023-11-05T23:10:48.997" v="903" actId="14100"/>
        <pc:sldMkLst>
          <pc:docMk/>
          <pc:sldMk cId="3037897236" sldId="692"/>
        </pc:sldMkLst>
        <pc:spChg chg="mod">
          <ac:chgData name="A Lamagna" userId="51ffa61b-81bf-4463-bdeb-7e3f3f1f8945" providerId="ADAL" clId="{16C6B827-8486-484A-BDCB-9F44988B3EAA}" dt="2023-11-05T09:56:12.257" v="500" actId="20577"/>
          <ac:spMkLst>
            <pc:docMk/>
            <pc:sldMk cId="3037897236" sldId="692"/>
            <ac:spMk id="3" creationId="{00000000-0000-0000-0000-000000000000}"/>
          </ac:spMkLst>
        </pc:spChg>
        <pc:spChg chg="add mod">
          <ac:chgData name="A Lamagna" userId="51ffa61b-81bf-4463-bdeb-7e3f3f1f8945" providerId="ADAL" clId="{16C6B827-8486-484A-BDCB-9F44988B3EAA}" dt="2023-11-05T23:10:48.997" v="903" actId="14100"/>
          <ac:spMkLst>
            <pc:docMk/>
            <pc:sldMk cId="3037897236" sldId="692"/>
            <ac:spMk id="8" creationId="{AF26D855-81A3-5090-7CD3-57F093CA8FC6}"/>
          </ac:spMkLst>
        </pc:spChg>
        <pc:spChg chg="add mod">
          <ac:chgData name="A Lamagna" userId="51ffa61b-81bf-4463-bdeb-7e3f3f1f8945" providerId="ADAL" clId="{16C6B827-8486-484A-BDCB-9F44988B3EAA}" dt="2023-11-05T23:10:42.323" v="902" actId="1076"/>
          <ac:spMkLst>
            <pc:docMk/>
            <pc:sldMk cId="3037897236" sldId="692"/>
            <ac:spMk id="9" creationId="{3C272FA1-570D-B865-8D68-AEAC80306D58}"/>
          </ac:spMkLst>
        </pc:spChg>
        <pc:picChg chg="add mod">
          <ac:chgData name="A Lamagna" userId="51ffa61b-81bf-4463-bdeb-7e3f3f1f8945" providerId="ADAL" clId="{16C6B827-8486-484A-BDCB-9F44988B3EAA}" dt="2023-11-05T09:57:20.431" v="519" actId="1076"/>
          <ac:picMkLst>
            <pc:docMk/>
            <pc:sldMk cId="3037897236" sldId="692"/>
            <ac:picMk id="5" creationId="{C29062ED-535C-3BB5-F0F4-DB169A3CD4CC}"/>
          </ac:picMkLst>
        </pc:picChg>
        <pc:picChg chg="add mod">
          <ac:chgData name="A Lamagna" userId="51ffa61b-81bf-4463-bdeb-7e3f3f1f8945" providerId="ADAL" clId="{16C6B827-8486-484A-BDCB-9F44988B3EAA}" dt="2023-11-05T23:10:31.154" v="896" actId="1076"/>
          <ac:picMkLst>
            <pc:docMk/>
            <pc:sldMk cId="3037897236" sldId="692"/>
            <ac:picMk id="6" creationId="{2026CFAC-2964-1C33-7B94-DD06FD73457C}"/>
          </ac:picMkLst>
        </pc:picChg>
        <pc:picChg chg="del">
          <ac:chgData name="A Lamagna" userId="51ffa61b-81bf-4463-bdeb-7e3f3f1f8945" providerId="ADAL" clId="{16C6B827-8486-484A-BDCB-9F44988B3EAA}" dt="2023-11-05T09:56:13.921" v="501" actId="478"/>
          <ac:picMkLst>
            <pc:docMk/>
            <pc:sldMk cId="3037897236" sldId="692"/>
            <ac:picMk id="6" creationId="{7EB09781-2D4D-98BA-0FD4-DA5A6B1C6694}"/>
          </ac:picMkLst>
        </pc:picChg>
        <pc:picChg chg="add mod">
          <ac:chgData name="A Lamagna" userId="51ffa61b-81bf-4463-bdeb-7e3f3f1f8945" providerId="ADAL" clId="{16C6B827-8486-484A-BDCB-9F44988B3EAA}" dt="2023-11-05T23:10:29.075" v="895" actId="1076"/>
          <ac:picMkLst>
            <pc:docMk/>
            <pc:sldMk cId="3037897236" sldId="692"/>
            <ac:picMk id="7" creationId="{E45B9424-3989-BB04-7B0E-4B4B6C5661B9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3:10:36.407" v="900" actId="403"/>
        <pc:sldMkLst>
          <pc:docMk/>
          <pc:sldMk cId="2362122677" sldId="693"/>
        </pc:sldMkLst>
        <pc:spChg chg="add mod">
          <ac:chgData name="A Lamagna" userId="51ffa61b-81bf-4463-bdeb-7e3f3f1f8945" providerId="ADAL" clId="{16C6B827-8486-484A-BDCB-9F44988B3EAA}" dt="2023-11-05T23:10:36.407" v="900" actId="403"/>
          <ac:spMkLst>
            <pc:docMk/>
            <pc:sldMk cId="2362122677" sldId="693"/>
            <ac:spMk id="8" creationId="{6D9684CA-7AA4-2114-ECE9-4F9ED3AC865C}"/>
          </ac:spMkLst>
        </pc:spChg>
        <pc:spChg chg="add mod">
          <ac:chgData name="A Lamagna" userId="51ffa61b-81bf-4463-bdeb-7e3f3f1f8945" providerId="ADAL" clId="{16C6B827-8486-484A-BDCB-9F44988B3EAA}" dt="2023-11-05T23:10:36.407" v="900" actId="403"/>
          <ac:spMkLst>
            <pc:docMk/>
            <pc:sldMk cId="2362122677" sldId="693"/>
            <ac:spMk id="9" creationId="{D54F5A17-4BF8-E364-984F-EEF38336EAFA}"/>
          </ac:spMkLst>
        </pc:spChg>
        <pc:picChg chg="add mod">
          <ac:chgData name="A Lamagna" userId="51ffa61b-81bf-4463-bdeb-7e3f3f1f8945" providerId="ADAL" clId="{16C6B827-8486-484A-BDCB-9F44988B3EAA}" dt="2023-11-05T23:07:50.547" v="874" actId="14100"/>
          <ac:picMkLst>
            <pc:docMk/>
            <pc:sldMk cId="2362122677" sldId="693"/>
            <ac:picMk id="5" creationId="{DC0C642D-3D99-363B-971C-D62A49614D5A}"/>
          </ac:picMkLst>
        </pc:picChg>
        <pc:picChg chg="add mod">
          <ac:chgData name="A Lamagna" userId="51ffa61b-81bf-4463-bdeb-7e3f3f1f8945" providerId="ADAL" clId="{16C6B827-8486-484A-BDCB-9F44988B3EAA}" dt="2023-11-05T23:08:58.716" v="877" actId="1076"/>
          <ac:picMkLst>
            <pc:docMk/>
            <pc:sldMk cId="2362122677" sldId="693"/>
            <ac:picMk id="6" creationId="{09B1CA6D-16E2-EAE2-6FC7-92885FBD7D91}"/>
          </ac:picMkLst>
        </pc:picChg>
        <pc:picChg chg="add mod">
          <ac:chgData name="A Lamagna" userId="51ffa61b-81bf-4463-bdeb-7e3f3f1f8945" providerId="ADAL" clId="{16C6B827-8486-484A-BDCB-9F44988B3EAA}" dt="2023-11-05T23:09:22.266" v="882" actId="1076"/>
          <ac:picMkLst>
            <pc:docMk/>
            <pc:sldMk cId="2362122677" sldId="693"/>
            <ac:picMk id="7" creationId="{E8DF7C31-2C3E-3773-EEEF-02721B383D4D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3:14:11.598" v="927" actId="20577"/>
        <pc:sldMkLst>
          <pc:docMk/>
          <pc:sldMk cId="990201013" sldId="694"/>
        </pc:sldMkLst>
        <pc:spChg chg="add mod">
          <ac:chgData name="A Lamagna" userId="51ffa61b-81bf-4463-bdeb-7e3f3f1f8945" providerId="ADAL" clId="{16C6B827-8486-484A-BDCB-9F44988B3EAA}" dt="2023-11-05T23:13:55.231" v="920" actId="14100"/>
          <ac:spMkLst>
            <pc:docMk/>
            <pc:sldMk cId="990201013" sldId="694"/>
            <ac:spMk id="9" creationId="{6150F823-04C7-95A6-94AC-FADFFFFD7148}"/>
          </ac:spMkLst>
        </pc:spChg>
        <pc:spChg chg="add mod">
          <ac:chgData name="A Lamagna" userId="51ffa61b-81bf-4463-bdeb-7e3f3f1f8945" providerId="ADAL" clId="{16C6B827-8486-484A-BDCB-9F44988B3EAA}" dt="2023-11-05T23:14:11.598" v="927" actId="20577"/>
          <ac:spMkLst>
            <pc:docMk/>
            <pc:sldMk cId="990201013" sldId="694"/>
            <ac:spMk id="10" creationId="{76967D35-1BBA-D327-6543-A7D058673CBA}"/>
          </ac:spMkLst>
        </pc:spChg>
        <pc:picChg chg="add mod">
          <ac:chgData name="A Lamagna" userId="51ffa61b-81bf-4463-bdeb-7e3f3f1f8945" providerId="ADAL" clId="{16C6B827-8486-484A-BDCB-9F44988B3EAA}" dt="2023-11-05T23:11:11.945" v="904" actId="14100"/>
          <ac:picMkLst>
            <pc:docMk/>
            <pc:sldMk cId="990201013" sldId="694"/>
            <ac:picMk id="5" creationId="{BF3DDC20-C6E8-8496-32AF-0AE813CB207F}"/>
          </ac:picMkLst>
        </pc:picChg>
        <pc:picChg chg="add mod">
          <ac:chgData name="A Lamagna" userId="51ffa61b-81bf-4463-bdeb-7e3f3f1f8945" providerId="ADAL" clId="{16C6B827-8486-484A-BDCB-9F44988B3EAA}" dt="2023-11-05T23:12:32.799" v="908" actId="14100"/>
          <ac:picMkLst>
            <pc:docMk/>
            <pc:sldMk cId="990201013" sldId="694"/>
            <ac:picMk id="6" creationId="{33C4BB7C-F699-2F54-0DCF-C68D5614B133}"/>
          </ac:picMkLst>
        </pc:picChg>
        <pc:picChg chg="add mod">
          <ac:chgData name="A Lamagna" userId="51ffa61b-81bf-4463-bdeb-7e3f3f1f8945" providerId="ADAL" clId="{16C6B827-8486-484A-BDCB-9F44988B3EAA}" dt="2023-11-05T23:13:33.840" v="917" actId="1076"/>
          <ac:picMkLst>
            <pc:docMk/>
            <pc:sldMk cId="990201013" sldId="694"/>
            <ac:picMk id="7" creationId="{9E07A2ED-B47F-7EF8-5456-8F40AD3E8DBD}"/>
          </ac:picMkLst>
        </pc:picChg>
        <pc:picChg chg="add mod modCrop">
          <ac:chgData name="A Lamagna" userId="51ffa61b-81bf-4463-bdeb-7e3f3f1f8945" providerId="ADAL" clId="{16C6B827-8486-484A-BDCB-9F44988B3EAA}" dt="2023-11-05T23:13:30.899" v="916" actId="1076"/>
          <ac:picMkLst>
            <pc:docMk/>
            <pc:sldMk cId="990201013" sldId="694"/>
            <ac:picMk id="8" creationId="{61A02F65-89B9-3C0E-F170-6E30BFEEB439}"/>
          </ac:picMkLst>
        </pc:picChg>
      </pc:sldChg>
      <pc:sldChg chg="addSp modSp add mod modAnim">
        <pc:chgData name="A Lamagna" userId="51ffa61b-81bf-4463-bdeb-7e3f3f1f8945" providerId="ADAL" clId="{16C6B827-8486-484A-BDCB-9F44988B3EAA}" dt="2023-11-05T23:15:31.087" v="944" actId="1038"/>
        <pc:sldMkLst>
          <pc:docMk/>
          <pc:sldMk cId="887630370" sldId="695"/>
        </pc:sldMkLst>
        <pc:spChg chg="add mod">
          <ac:chgData name="A Lamagna" userId="51ffa61b-81bf-4463-bdeb-7e3f3f1f8945" providerId="ADAL" clId="{16C6B827-8486-484A-BDCB-9F44988B3EAA}" dt="2023-11-05T23:15:31.087" v="944" actId="1038"/>
          <ac:spMkLst>
            <pc:docMk/>
            <pc:sldMk cId="887630370" sldId="695"/>
            <ac:spMk id="8" creationId="{7039A1F3-3261-0ECA-227B-322607DA9996}"/>
          </ac:spMkLst>
        </pc:spChg>
        <pc:spChg chg="add mod">
          <ac:chgData name="A Lamagna" userId="51ffa61b-81bf-4463-bdeb-7e3f3f1f8945" providerId="ADAL" clId="{16C6B827-8486-484A-BDCB-9F44988B3EAA}" dt="2023-11-05T23:15:31.087" v="944" actId="1038"/>
          <ac:spMkLst>
            <pc:docMk/>
            <pc:sldMk cId="887630370" sldId="695"/>
            <ac:spMk id="9" creationId="{E12B7FE6-FF37-5AC0-AB00-2096EE1BAF59}"/>
          </ac:spMkLst>
        </pc:spChg>
        <pc:picChg chg="add mod">
          <ac:chgData name="A Lamagna" userId="51ffa61b-81bf-4463-bdeb-7e3f3f1f8945" providerId="ADAL" clId="{16C6B827-8486-484A-BDCB-9F44988B3EAA}" dt="2023-11-05T09:58:10.254" v="525" actId="1076"/>
          <ac:picMkLst>
            <pc:docMk/>
            <pc:sldMk cId="887630370" sldId="695"/>
            <ac:picMk id="5" creationId="{A1734925-06C3-0C6D-5CF0-03FFA0DE22CA}"/>
          </ac:picMkLst>
        </pc:picChg>
        <pc:picChg chg="add mod">
          <ac:chgData name="A Lamagna" userId="51ffa61b-81bf-4463-bdeb-7e3f3f1f8945" providerId="ADAL" clId="{16C6B827-8486-484A-BDCB-9F44988B3EAA}" dt="2023-11-05T23:15:31.087" v="944" actId="1038"/>
          <ac:picMkLst>
            <pc:docMk/>
            <pc:sldMk cId="887630370" sldId="695"/>
            <ac:picMk id="6" creationId="{C3A7CA77-222F-ABB0-AE4E-BF0EE46156DE}"/>
          </ac:picMkLst>
        </pc:picChg>
        <pc:picChg chg="add mod">
          <ac:chgData name="A Lamagna" userId="51ffa61b-81bf-4463-bdeb-7e3f3f1f8945" providerId="ADAL" clId="{16C6B827-8486-484A-BDCB-9F44988B3EAA}" dt="2023-11-05T23:15:31.087" v="944" actId="1038"/>
          <ac:picMkLst>
            <pc:docMk/>
            <pc:sldMk cId="887630370" sldId="695"/>
            <ac:picMk id="7" creationId="{FE75D6DE-68FE-92BA-35FD-0F5AFB9EE54C}"/>
          </ac:picMkLst>
        </pc:picChg>
      </pc:sldChg>
      <pc:sldChg chg="add del">
        <pc:chgData name="A Lamagna" userId="51ffa61b-81bf-4463-bdeb-7e3f3f1f8945" providerId="ADAL" clId="{16C6B827-8486-484A-BDCB-9F44988B3EAA}" dt="2023-11-05T09:58:16.499" v="526" actId="2696"/>
        <pc:sldMkLst>
          <pc:docMk/>
          <pc:sldMk cId="3433916263" sldId="696"/>
        </pc:sldMkLst>
      </pc:sldChg>
      <pc:sldMasterChg chg="delSldLayout">
        <pc:chgData name="A Lamagna" userId="51ffa61b-81bf-4463-bdeb-7e3f3f1f8945" providerId="ADAL" clId="{16C6B827-8486-484A-BDCB-9F44988B3EAA}" dt="2023-11-05T09:22:40.453" v="40" actId="2696"/>
        <pc:sldMasterMkLst>
          <pc:docMk/>
          <pc:sldMasterMk cId="3896745248" sldId="2147483648"/>
        </pc:sldMasterMkLst>
        <pc:sldLayoutChg chg="del">
          <pc:chgData name="A Lamagna" userId="51ffa61b-81bf-4463-bdeb-7e3f3f1f8945" providerId="ADAL" clId="{16C6B827-8486-484A-BDCB-9F44988B3EAA}" dt="2023-11-05T09:22:37.366" v="31" actId="2696"/>
          <pc:sldLayoutMkLst>
            <pc:docMk/>
            <pc:sldMasterMk cId="3896745248" sldId="2147483648"/>
            <pc:sldLayoutMk cId="4281611480" sldId="2147483649"/>
          </pc:sldLayoutMkLst>
        </pc:sldLayoutChg>
        <pc:sldLayoutChg chg="del">
          <pc:chgData name="A Lamagna" userId="51ffa61b-81bf-4463-bdeb-7e3f3f1f8945" providerId="ADAL" clId="{16C6B827-8486-484A-BDCB-9F44988B3EAA}" dt="2023-11-05T09:22:37.866" v="32" actId="2696"/>
          <pc:sldLayoutMkLst>
            <pc:docMk/>
            <pc:sldMasterMk cId="3896745248" sldId="2147483648"/>
            <pc:sldLayoutMk cId="875171852" sldId="2147483650"/>
          </pc:sldLayoutMkLst>
        </pc:sldLayoutChg>
        <pc:sldLayoutChg chg="del">
          <pc:chgData name="A Lamagna" userId="51ffa61b-81bf-4463-bdeb-7e3f3f1f8945" providerId="ADAL" clId="{16C6B827-8486-484A-BDCB-9F44988B3EAA}" dt="2023-11-05T09:22:37.959" v="33" actId="2696"/>
          <pc:sldLayoutMkLst>
            <pc:docMk/>
            <pc:sldMasterMk cId="3896745248" sldId="2147483648"/>
            <pc:sldLayoutMk cId="2932520356" sldId="2147483651"/>
          </pc:sldLayoutMkLst>
        </pc:sldLayoutChg>
        <pc:sldLayoutChg chg="del">
          <pc:chgData name="A Lamagna" userId="51ffa61b-81bf-4463-bdeb-7e3f3f1f8945" providerId="ADAL" clId="{16C6B827-8486-484A-BDCB-9F44988B3EAA}" dt="2023-11-05T09:22:38.033" v="34" actId="2696"/>
          <pc:sldLayoutMkLst>
            <pc:docMk/>
            <pc:sldMasterMk cId="3896745248" sldId="2147483648"/>
            <pc:sldLayoutMk cId="566172462" sldId="2147483652"/>
          </pc:sldLayoutMkLst>
        </pc:sldLayoutChg>
        <pc:sldLayoutChg chg="del">
          <pc:chgData name="A Lamagna" userId="51ffa61b-81bf-4463-bdeb-7e3f3f1f8945" providerId="ADAL" clId="{16C6B827-8486-484A-BDCB-9F44988B3EAA}" dt="2023-11-05T09:22:38.117" v="35" actId="2696"/>
          <pc:sldLayoutMkLst>
            <pc:docMk/>
            <pc:sldMasterMk cId="3896745248" sldId="2147483648"/>
            <pc:sldLayoutMk cId="4020052510" sldId="2147483653"/>
          </pc:sldLayoutMkLst>
        </pc:sldLayoutChg>
        <pc:sldLayoutChg chg="del">
          <pc:chgData name="A Lamagna" userId="51ffa61b-81bf-4463-bdeb-7e3f3f1f8945" providerId="ADAL" clId="{16C6B827-8486-484A-BDCB-9F44988B3EAA}" dt="2023-11-05T09:22:38.201" v="36" actId="2696"/>
          <pc:sldLayoutMkLst>
            <pc:docMk/>
            <pc:sldMasterMk cId="3896745248" sldId="2147483648"/>
            <pc:sldLayoutMk cId="3408912398" sldId="2147483654"/>
          </pc:sldLayoutMkLst>
        </pc:sldLayoutChg>
        <pc:sldLayoutChg chg="del">
          <pc:chgData name="A Lamagna" userId="51ffa61b-81bf-4463-bdeb-7e3f3f1f8945" providerId="ADAL" clId="{16C6B827-8486-484A-BDCB-9F44988B3EAA}" dt="2023-11-05T09:22:39.942" v="37" actId="2696"/>
          <pc:sldLayoutMkLst>
            <pc:docMk/>
            <pc:sldMasterMk cId="3896745248" sldId="2147483648"/>
            <pc:sldLayoutMk cId="2997128530" sldId="2147483656"/>
          </pc:sldLayoutMkLst>
        </pc:sldLayoutChg>
        <pc:sldLayoutChg chg="del">
          <pc:chgData name="A Lamagna" userId="51ffa61b-81bf-4463-bdeb-7e3f3f1f8945" providerId="ADAL" clId="{16C6B827-8486-484A-BDCB-9F44988B3EAA}" dt="2023-11-05T09:22:40.133" v="38" actId="2696"/>
          <pc:sldLayoutMkLst>
            <pc:docMk/>
            <pc:sldMasterMk cId="3896745248" sldId="2147483648"/>
            <pc:sldLayoutMk cId="4066496644" sldId="2147483657"/>
          </pc:sldLayoutMkLst>
        </pc:sldLayoutChg>
        <pc:sldLayoutChg chg="del">
          <pc:chgData name="A Lamagna" userId="51ffa61b-81bf-4463-bdeb-7e3f3f1f8945" providerId="ADAL" clId="{16C6B827-8486-484A-BDCB-9F44988B3EAA}" dt="2023-11-05T09:22:40.308" v="39" actId="2696"/>
          <pc:sldLayoutMkLst>
            <pc:docMk/>
            <pc:sldMasterMk cId="3896745248" sldId="2147483648"/>
            <pc:sldLayoutMk cId="2023399183" sldId="2147483658"/>
          </pc:sldLayoutMkLst>
        </pc:sldLayoutChg>
        <pc:sldLayoutChg chg="del">
          <pc:chgData name="A Lamagna" userId="51ffa61b-81bf-4463-bdeb-7e3f3f1f8945" providerId="ADAL" clId="{16C6B827-8486-484A-BDCB-9F44988B3EAA}" dt="2023-11-05T09:22:40.453" v="40" actId="2696"/>
          <pc:sldLayoutMkLst>
            <pc:docMk/>
            <pc:sldMasterMk cId="3896745248" sldId="2147483648"/>
            <pc:sldLayoutMk cId="962211328" sldId="2147483659"/>
          </pc:sldLayoutMkLst>
        </pc:sldLayoutChg>
      </pc:sldMasterChg>
      <pc:sldMasterChg chg="delSldLayout">
        <pc:chgData name="A Lamagna" userId="51ffa61b-81bf-4463-bdeb-7e3f3f1f8945" providerId="ADAL" clId="{16C6B827-8486-484A-BDCB-9F44988B3EAA}" dt="2023-11-05T09:22:51.829" v="42" actId="2696"/>
        <pc:sldMasterMkLst>
          <pc:docMk/>
          <pc:sldMasterMk cId="1661968726" sldId="2147483661"/>
        </pc:sldMasterMkLst>
        <pc:sldLayoutChg chg="del">
          <pc:chgData name="A Lamagna" userId="51ffa61b-81bf-4463-bdeb-7e3f3f1f8945" providerId="ADAL" clId="{16C6B827-8486-484A-BDCB-9F44988B3EAA}" dt="2023-11-05T09:22:51.125" v="41" actId="2696"/>
          <pc:sldLayoutMkLst>
            <pc:docMk/>
            <pc:sldMasterMk cId="1661968726" sldId="2147483661"/>
            <pc:sldLayoutMk cId="2611978714" sldId="2147483660"/>
          </pc:sldLayoutMkLst>
        </pc:sldLayoutChg>
        <pc:sldLayoutChg chg="del">
          <pc:chgData name="A Lamagna" userId="51ffa61b-81bf-4463-bdeb-7e3f3f1f8945" providerId="ADAL" clId="{16C6B827-8486-484A-BDCB-9F44988B3EAA}" dt="2023-11-05T09:22:51.829" v="42" actId="2696"/>
          <pc:sldLayoutMkLst>
            <pc:docMk/>
            <pc:sldMasterMk cId="1661968726" sldId="2147483661"/>
            <pc:sldLayoutMk cId="2995639061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Last modified: 7</a:t>
            </a:r>
            <a:r>
              <a:rPr lang="en-GB" baseline="30000" dirty="0"/>
              <a:t>th</a:t>
            </a:r>
            <a:r>
              <a:rPr lang="en-GB" dirty="0"/>
              <a:t> September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5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9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rfrostmaths.com/resources/resource.php?rid=163" TargetMode="External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9" Type="http://schemas.openxmlformats.org/officeDocument/2006/relationships/image" Target="../media/image6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6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83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0.png"/><Relationship Id="rId7" Type="http://schemas.openxmlformats.org/officeDocument/2006/relationships/image" Target="../media/image112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0.png"/><Relationship Id="rId5" Type="http://schemas.openxmlformats.org/officeDocument/2006/relationships/image" Target="../media/image1100.png"/><Relationship Id="rId4" Type="http://schemas.openxmlformats.org/officeDocument/2006/relationships/image" Target="../media/image10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0.png"/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10.png"/><Relationship Id="rId4" Type="http://schemas.openxmlformats.org/officeDocument/2006/relationships/image" Target="../media/image12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1.png"/><Relationship Id="rId2" Type="http://schemas.openxmlformats.org/officeDocument/2006/relationships/image" Target="../media/image13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0.png"/><Relationship Id="rId3" Type="http://schemas.openxmlformats.org/officeDocument/2006/relationships/image" Target="../media/image1340.png"/><Relationship Id="rId7" Type="http://schemas.openxmlformats.org/officeDocument/2006/relationships/image" Target="../media/image138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0.png"/><Relationship Id="rId5" Type="http://schemas.openxmlformats.org/officeDocument/2006/relationships/image" Target="../media/image1360.png"/><Relationship Id="rId4" Type="http://schemas.openxmlformats.org/officeDocument/2006/relationships/image" Target="../media/image1350.png"/><Relationship Id="rId9" Type="http://schemas.openxmlformats.org/officeDocument/2006/relationships/image" Target="../media/image14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0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0.png"/><Relationship Id="rId10" Type="http://schemas.openxmlformats.org/officeDocument/2006/relationships/image" Target="../media/image157.png"/><Relationship Id="rId4" Type="http://schemas.openxmlformats.org/officeDocument/2006/relationships/image" Target="../media/image1510.png"/><Relationship Id="rId9" Type="http://schemas.openxmlformats.org/officeDocument/2006/relationships/image" Target="../media/image15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0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1.png"/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41.png"/><Relationship Id="rId4" Type="http://schemas.openxmlformats.org/officeDocument/2006/relationships/image" Target="../media/image213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0.png"/><Relationship Id="rId2" Type="http://schemas.openxmlformats.org/officeDocument/2006/relationships/image" Target="../media/image2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60.png"/><Relationship Id="rId5" Type="http://schemas.openxmlformats.org/officeDocument/2006/relationships/image" Target="../media/image2150.png"/><Relationship Id="rId4" Type="http://schemas.openxmlformats.org/officeDocument/2006/relationships/image" Target="../media/image214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activeteach-prod.resource.pearson-intl.com/r00/r0066/r006621/r00662132/current/alevelsb_p1_ex12j.pdf" TargetMode="External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1.png"/><Relationship Id="rId2" Type="http://schemas.openxmlformats.org/officeDocument/2006/relationships/image" Target="../media/image24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3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0.png"/><Relationship Id="rId2" Type="http://schemas.openxmlformats.org/officeDocument/2006/relationships/image" Target="../media/image24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8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0.png"/><Relationship Id="rId4" Type="http://schemas.openxmlformats.org/officeDocument/2006/relationships/image" Target="../media/image26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6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93988"/>
            <a:ext cx="9036496" cy="1470025"/>
          </a:xfrm>
        </p:spPr>
        <p:txBody>
          <a:bodyPr/>
          <a:lstStyle/>
          <a:p>
            <a:r>
              <a:rPr lang="en-GB" b="1" dirty="0">
                <a:solidFill>
                  <a:srgbClr val="FFFF00"/>
                </a:solidFill>
              </a:rPr>
              <a:t>Pure Y1 Ch 12</a:t>
            </a:r>
            <a:br>
              <a:rPr lang="en-GB" b="1" dirty="0">
                <a:solidFill>
                  <a:srgbClr val="FFFF00"/>
                </a:solidFill>
              </a:rPr>
            </a:br>
            <a:r>
              <a:rPr lang="en-GB" b="1" dirty="0">
                <a:solidFill>
                  <a:srgbClr val="FFFF00"/>
                </a:solidFill>
              </a:rPr>
              <a:t>Differentiation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21109" y="1742931"/>
            <a:ext cx="282499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Find the derivative of polynomials.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46829" y="3458482"/>
                <a:ext cx="3509547" cy="80118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4</a:t>
                </a:r>
                <a:r>
                  <a:rPr lang="en-GB" dirty="0"/>
                  <a:t>: Find and understand the second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29" y="3458482"/>
                <a:ext cx="3509547" cy="801181"/>
              </a:xfrm>
              <a:prstGeom prst="rect">
                <a:avLst/>
              </a:prstGeom>
              <a:blipFill>
                <a:blip r:embed="rId2"/>
                <a:stretch>
                  <a:fillRect l="-714" t="-1515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446828" y="4263184"/>
                <a:ext cx="3509547" cy="524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determine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28" y="4263184"/>
                <a:ext cx="3509547" cy="524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423296" y="1733811"/>
            <a:ext cx="4229476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Find equations of tangents and normal to curves.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843" y="772917"/>
            <a:ext cx="8352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Those who have done either IGCSE Mathematics, IGCSE Further Mathematics or Additional Mathematics would have encountered this content. Otherwise it will be completely new!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423295" y="2398495"/>
                <a:ext cx="4248472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3,9</m:t>
                        </m:r>
                      </m:e>
                    </m:d>
                  </m:oMath>
                </a14:m>
                <a:r>
                  <a:rPr lang="en-GB" dirty="0"/>
                  <a:t> lies on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Determine the equation of the tangent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at 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95" y="2398495"/>
                <a:ext cx="4248472" cy="923330"/>
              </a:xfrm>
              <a:prstGeom prst="rect">
                <a:avLst/>
              </a:prstGeom>
              <a:blipFill>
                <a:blip r:embed="rId4"/>
                <a:stretch>
                  <a:fillRect b="-11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99843" y="3135316"/>
            <a:ext cx="330459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Identify increasing and decreasing functions.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9842" y="3782131"/>
                <a:ext cx="3304594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range of values for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is increasing.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2" y="3782131"/>
                <a:ext cx="3304594" cy="923330"/>
              </a:xfrm>
              <a:prstGeom prst="rect">
                <a:avLst/>
              </a:prstGeom>
              <a:blipFill>
                <a:blip r:embed="rId5"/>
                <a:stretch>
                  <a:fillRect b="-11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1109" y="4853266"/>
            <a:ext cx="3612575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  <a:r>
              <a:rPr lang="en-GB" dirty="0"/>
              <a:t>: Find stationary points and determine their nature.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2924" y="5499597"/>
                <a:ext cx="3624085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stationary points of </a:t>
                </a: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state whether each is a maximum or minimum point.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24" y="5499597"/>
                <a:ext cx="3624085" cy="923330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1691" y="2407615"/>
                <a:ext cx="2844409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91" y="2407615"/>
                <a:ext cx="2844409" cy="491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446828" y="4873054"/>
            <a:ext cx="3612575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6</a:t>
            </a:r>
            <a:r>
              <a:rPr lang="en-GB" dirty="0"/>
              <a:t>: Sketch a gradient function.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46828" y="5242386"/>
                <a:ext cx="3624085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Draw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and its gradient function on the same axes.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28" y="5242386"/>
                <a:ext cx="3624085" cy="646331"/>
              </a:xfrm>
              <a:prstGeom prst="rect">
                <a:avLst/>
              </a:prstGeom>
              <a:blipFill>
                <a:blip r:embed="rId8"/>
                <a:stretch>
                  <a:fillRect b="-158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458338" y="6168195"/>
            <a:ext cx="3612575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7</a:t>
            </a:r>
            <a:r>
              <a:rPr lang="en-GB" dirty="0"/>
              <a:t>: Model real-life problems.</a:t>
            </a:r>
          </a:p>
        </p:txBody>
      </p:sp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89635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For a straight line, the gradient is </a:t>
            </a:r>
            <a:r>
              <a:rPr lang="en-GB" sz="2000" b="1" dirty="0"/>
              <a:t>constant</a:t>
            </a:r>
            <a:r>
              <a:rPr lang="en-GB" sz="2000" dirty="0"/>
              <a:t>: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0947" y="1594884"/>
            <a:ext cx="638755" cy="1194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/>
          <p:cNvSpPr/>
          <p:nvPr/>
        </p:nvSpPr>
        <p:spPr>
          <a:xfrm>
            <a:off x="1381120" y="2090326"/>
            <a:ext cx="569114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However, for a curve </a:t>
                </a:r>
                <a:r>
                  <a:rPr lang="en-GB" sz="2000" b="1" dirty="0"/>
                  <a:t>the gradient varies</a:t>
                </a:r>
                <a:r>
                  <a:rPr lang="en-GB" sz="2000" dirty="0"/>
                  <a:t>. We can no longer have a single value for the gradient; </a:t>
                </a:r>
                <a:r>
                  <a:rPr lang="en-GB" sz="2000" b="1" dirty="0"/>
                  <a:t>we ideally want an expression in terms of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dirty="0"/>
                  <a:t> that gives us the gradient for any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(unsurprisingly known as the </a:t>
                </a:r>
                <a:r>
                  <a:rPr lang="en-GB" sz="2000" b="1" u="sng" dirty="0"/>
                  <a:t>gradient function</a:t>
                </a:r>
                <a:r>
                  <a:rPr lang="en-GB" sz="2000" dirty="0"/>
                  <a:t>).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blipFill>
                <a:blip r:embed="rId4"/>
                <a:stretch>
                  <a:fillRect l="-2115" t="-1277" r="-3077" b="-2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905" y="789635"/>
            <a:ext cx="4924384" cy="3250737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V="1">
            <a:off x="3699152" y="1202346"/>
            <a:ext cx="0" cy="45086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80210" y="1041978"/>
            <a:ext cx="340990" cy="7233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87900" y="2228850"/>
            <a:ext cx="501650" cy="641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511800" y="3086100"/>
            <a:ext cx="463550" cy="3175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191250" y="3454400"/>
            <a:ext cx="438150" cy="6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864350" y="3048000"/>
            <a:ext cx="495300" cy="355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556500" y="2298701"/>
            <a:ext cx="419100" cy="5460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324850" y="1143000"/>
            <a:ext cx="266700" cy="5778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597963"/>
                  </p:ext>
                </p:extLst>
              </p:nvPr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597963"/>
                  </p:ext>
                </p:extLst>
              </p:nvPr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41" t="-3279" r="-38141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TextBox 46"/>
          <p:cNvSpPr txBox="1"/>
          <p:nvPr/>
        </p:nvSpPr>
        <p:spPr>
          <a:xfrm>
            <a:off x="6551290" y="771525"/>
            <a:ext cx="1495004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At GCSE, you found the gradient of a curve at a particular point by </a:t>
            </a:r>
            <a:r>
              <a:rPr lang="en-GB" sz="1200" b="1" dirty="0"/>
              <a:t>drawing a tangent</a:t>
            </a:r>
            <a:r>
              <a:rPr lang="en-GB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5052481" y="4450649"/>
            <a:ext cx="479807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288" y="4450648"/>
            <a:ext cx="4365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3049" y="4450647"/>
            <a:ext cx="4365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99612" y="4449990"/>
            <a:ext cx="497926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97538" y="4449990"/>
            <a:ext cx="509587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5260" y="4449331"/>
            <a:ext cx="56860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863" y="4449331"/>
            <a:ext cx="657225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looking at the relationship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the gradient at that point, can you come up with an expression,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the gradient?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𝐺𝑟𝑎𝑑𝑖𝑒𝑛𝑡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blipFill>
                <a:blip r:embed="rId15"/>
                <a:stretch>
                  <a:fillRect l="-1102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/>
          <p:cNvSpPr/>
          <p:nvPr/>
        </p:nvSpPr>
        <p:spPr>
          <a:xfrm>
            <a:off x="5047470" y="6064351"/>
            <a:ext cx="29479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5" name="Oval 64"/>
          <p:cNvSpPr/>
          <p:nvPr/>
        </p:nvSpPr>
        <p:spPr>
          <a:xfrm>
            <a:off x="4311379" y="1383221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/>
          <p:cNvSpPr/>
          <p:nvPr/>
        </p:nvSpPr>
        <p:spPr>
          <a:xfrm>
            <a:off x="4985676" y="250371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/>
          <p:cNvSpPr/>
          <p:nvPr/>
        </p:nvSpPr>
        <p:spPr>
          <a:xfrm>
            <a:off x="5685108" y="317750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6374361" y="3405718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/>
          <p:cNvSpPr/>
          <p:nvPr/>
        </p:nvSpPr>
        <p:spPr>
          <a:xfrm>
            <a:off x="7064899" y="317725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/>
          <p:cNvSpPr/>
          <p:nvPr/>
        </p:nvSpPr>
        <p:spPr>
          <a:xfrm>
            <a:off x="7719733" y="250084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8404599" y="1397886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50"/>
                            </p:stCondLst>
                            <p:childTnLst>
                              <p:par>
                                <p:cTn id="7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750"/>
                            </p:stCondLst>
                            <p:childTnLst>
                              <p:par>
                                <p:cTn id="9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</p:childTnLst>
        </p:cTn>
      </p:par>
    </p:tnLst>
    <p:bldLst>
      <p:bldP spid="13" grpId="0"/>
      <p:bldP spid="47" grpId="0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12428" y="826923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question is then: Is there a method to work out the gradient function without having to draw lots of tangents and hoping that we can spot the rule?</a:t>
            </a:r>
          </a:p>
        </p:txBody>
      </p:sp>
      <p:sp>
        <p:nvSpPr>
          <p:cNvPr id="6" name="Freeform 4"/>
          <p:cNvSpPr/>
          <p:nvPr/>
        </p:nvSpPr>
        <p:spPr>
          <a:xfrm>
            <a:off x="437298" y="2956738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2298554" y="4736790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449994" y="4820610"/>
            <a:ext cx="471420" cy="674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4"/>
          </p:cNvCxnSpPr>
          <p:nvPr/>
        </p:nvCxnSpPr>
        <p:spPr>
          <a:xfrm flipH="1">
            <a:off x="2997614" y="4144722"/>
            <a:ext cx="1588" cy="71311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56110" y="4957294"/>
            <a:ext cx="415689" cy="424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854614" y="3288118"/>
            <a:ext cx="1824990" cy="20993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6,36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443201" y="3975083"/>
            <a:ext cx="366799" cy="415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2205070" y="5541847"/>
            <a:ext cx="842930" cy="721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To approximate the gradient on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600" dirty="0"/>
                  <a:t>, we could pick a point on the curve just slightly to the right, then find the gradient between the two points: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  <a:blipFill>
                <a:blip r:embed="rId8"/>
                <a:stretch>
                  <a:fillRect l="-642" t="-552"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860032" y="1709316"/>
            <a:ext cx="3774548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As the second point gets closer and closer, the gradient becomes a better approximation of the true gradient:</a:t>
            </a:r>
          </a:p>
        </p:txBody>
      </p:sp>
      <p:sp>
        <p:nvSpPr>
          <p:cNvPr id="33" name="Freeform 4"/>
          <p:cNvSpPr/>
          <p:nvPr/>
        </p:nvSpPr>
        <p:spPr>
          <a:xfrm>
            <a:off x="4617451" y="2949462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6478707" y="4729514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6630147" y="4813334"/>
            <a:ext cx="364378" cy="9491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</p:cNvCxnSpPr>
          <p:nvPr/>
        </p:nvCxnSpPr>
        <p:spPr>
          <a:xfrm>
            <a:off x="6995205" y="4499396"/>
            <a:ext cx="2495" cy="282154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30900" y="3676650"/>
            <a:ext cx="1943100" cy="16637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5.01,25.1001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blipFill>
                <a:blip r:embed="rId11"/>
                <a:stretch>
                  <a:fillRect r="-651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0.1001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7702729" y="4057650"/>
            <a:ext cx="771346" cy="600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0.1001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=10.01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5641491" y="5598694"/>
            <a:ext cx="1590624" cy="721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2927194" y="40007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6923197" y="43553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actual gradient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400" dirty="0"/>
                  <a:t> is 10, so this approximation is damn close!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blipFill>
                <a:blip r:embed="rId14"/>
                <a:stretch>
                  <a:fillRect l="-1075" t="-1282" r="-2867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 flipV="1">
            <a:off x="7200900" y="6391275"/>
            <a:ext cx="231746" cy="200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04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28" grpId="0"/>
      <p:bldP spid="16" grpId="0" animBg="1"/>
      <p:bldP spid="30" grpId="0" animBg="1"/>
      <p:bldP spid="37" grpId="0"/>
      <p:bldP spid="44" grpId="0"/>
      <p:bldP spid="45" grpId="0" animBg="1"/>
      <p:bldP spid="47" grpId="0" animBg="1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gives us a numerical method to get the gradient </a:t>
                </a:r>
                <a:r>
                  <a:rPr lang="en-GB" b="1" dirty="0"/>
                  <a:t>at a particular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, but doesn’t give us the gradient function in general. Let’s use exactly the same method, but keep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general, and make the ‘small change’ (which was previously 0.01) ‘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’: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blipFill>
                <a:blip r:embed="rId2"/>
                <a:stretch>
                  <a:fillRect l="-670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𝑔𝑟𝑎𝑑𝑖𝑒𝑛𝑡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0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=2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4"/>
          <p:cNvSpPr/>
          <p:nvPr/>
        </p:nvSpPr>
        <p:spPr>
          <a:xfrm>
            <a:off x="294106" y="2127906"/>
            <a:ext cx="2035534" cy="170953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5534" h="1709531">
                <a:moveTo>
                  <a:pt x="0" y="1709531"/>
                </a:moveTo>
                <a:cubicBezTo>
                  <a:pt x="261068" y="1653209"/>
                  <a:pt x="522136" y="1596887"/>
                  <a:pt x="747423" y="1502797"/>
                </a:cubicBezTo>
                <a:cubicBezTo>
                  <a:pt x="972710" y="1408707"/>
                  <a:pt x="1192696" y="1269558"/>
                  <a:pt x="1351722" y="1144988"/>
                </a:cubicBezTo>
                <a:cubicBezTo>
                  <a:pt x="1510748" y="1020418"/>
                  <a:pt x="1587610" y="946205"/>
                  <a:pt x="1701579" y="755374"/>
                </a:cubicBezTo>
                <a:cubicBezTo>
                  <a:pt x="1815548" y="564543"/>
                  <a:pt x="1925541" y="282271"/>
                  <a:pt x="203553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blipFill>
                <a:blip r:embed="rId4"/>
                <a:stretch>
                  <a:fillRect r="-8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1187978" y="3460358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6888480" y="2398906"/>
            <a:ext cx="2217714" cy="738664"/>
            <a:chOff x="6744110" y="1575460"/>
            <a:chExt cx="2217714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As always, gradient is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1400" dirty="0"/>
                    <a:t> over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.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  <a:blipFill>
                  <a:blip r:embed="rId6"/>
                  <a:stretch>
                    <a:fillRect l="-310" r="-2167" b="-56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>
              <a:off x="6744110" y="1944792"/>
              <a:ext cx="273498" cy="16546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312615" y="4191166"/>
            <a:ext cx="2484276" cy="1242139"/>
            <a:chOff x="5400092" y="4725144"/>
            <a:chExt cx="2484276" cy="12421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disappears as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tends towards 0, i.e. we can effectively treat it as 0 at this point.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310" b="-43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5400092" y="4725144"/>
              <a:ext cx="540060" cy="76508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9" idx="6"/>
          </p:cNvCxnSpPr>
          <p:nvPr/>
        </p:nvCxnSpPr>
        <p:spPr>
          <a:xfrm>
            <a:off x="1331994" y="3532366"/>
            <a:ext cx="64807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4"/>
          </p:cNvCxnSpPr>
          <p:nvPr/>
        </p:nvCxnSpPr>
        <p:spPr>
          <a:xfrm>
            <a:off x="1980066" y="3028310"/>
            <a:ext cx="0" cy="50405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18814" y="2995062"/>
            <a:ext cx="345165" cy="388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5346" y="2423876"/>
            <a:ext cx="806314" cy="441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914400" y="2565401"/>
            <a:ext cx="1562100" cy="12636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613143" y="3264195"/>
            <a:ext cx="3554820" cy="2648993"/>
            <a:chOff x="7017607" y="633857"/>
            <a:chExt cx="3554820" cy="2648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:r>
                    <a:rPr lang="en-GB" sz="1400" dirty="0" err="1"/>
                    <a:t>lim</a:t>
                  </a:r>
                  <a:r>
                    <a:rPr lang="en-GB" sz="1400" dirty="0"/>
                    <a:t> means “</a:t>
                  </a:r>
                  <a:r>
                    <a:rPr lang="en-GB" sz="1400" i="1" dirty="0"/>
                    <a:t>the limit of the following expression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i="1" dirty="0"/>
                    <a:t> tends towards 0</a:t>
                  </a:r>
                  <a:r>
                    <a:rPr lang="en-GB" sz="1400" dirty="0"/>
                    <a:t>”.</a:t>
                  </a:r>
                </a:p>
                <a:p>
                  <a:r>
                    <a:rPr lang="en-GB" sz="1400" dirty="0"/>
                    <a:t>For example,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GB" sz="1400" dirty="0"/>
                    <a:t>, because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 “tends towards” infinity, the “limiting” value of the expression is 0.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  <a:blipFill>
                  <a:blip r:embed="rId10"/>
                  <a:stretch>
                    <a:fillRect l="-253" r="-1519" b="-21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>
            <a:xfrm flipV="1">
              <a:off x="9381580" y="633857"/>
              <a:ext cx="1190847" cy="146094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Oval 9"/>
          <p:cNvSpPr/>
          <p:nvPr/>
        </p:nvSpPr>
        <p:spPr>
          <a:xfrm>
            <a:off x="1908058" y="288429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voila, we got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we saw earlier!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blipFill>
                <a:blip r:embed="rId11"/>
                <a:stretch>
                  <a:fillRect l="-2051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/>
          <p:cNvSpPr/>
          <p:nvPr/>
        </p:nvSpPr>
        <p:spPr>
          <a:xfrm>
            <a:off x="4518837" y="2395223"/>
            <a:ext cx="2349795" cy="8583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8438" y="3253563"/>
            <a:ext cx="2073115" cy="7230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8439" y="3976577"/>
            <a:ext cx="1658446" cy="467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8439" y="4458047"/>
            <a:ext cx="1658446" cy="467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blipFill>
                <a:blip r:embed="rId1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14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42" grpId="0"/>
      <p:bldP spid="44" grpId="0" animBg="1"/>
      <p:bldP spid="45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gradient function, or derivative, of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written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gradient function can be used to find the gradient of the curve for any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  <a:blipFill>
                <a:blip r:embed="rId2"/>
                <a:stretch>
                  <a:fillRect l="-686" t="-1618" r="-98" b="-3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will soon see an easier/quicker way to differentiate expressions like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without using ‘limits’. But this method, known as </a:t>
                </a:r>
                <a:r>
                  <a:rPr lang="en-GB" sz="1400" b="1" dirty="0"/>
                  <a:t>differentiating by first principles</a:t>
                </a:r>
                <a:r>
                  <a:rPr lang="en-GB" sz="1400" dirty="0"/>
                  <a:t>, is now in the A Level syllabus, and you could be tested on it!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blipFill>
                <a:blip r:embed="rId3"/>
                <a:stretch>
                  <a:fillRect l="-489" t="-1042" r="-1303" b="-46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456121" y="2943791"/>
            <a:ext cx="347576" cy="288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Notation Note:</a:t>
                </a:r>
              </a:p>
              <a:p>
                <a:r>
                  <a:rPr lang="en-GB" sz="1400" dirty="0"/>
                  <a:t>Whether we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for the gradient function depends on whether we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to start with: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→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blipFill>
                <a:blip r:embed="rId4"/>
                <a:stretch>
                  <a:fillRect l="-552" t="-294" b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7197888" y="4088042"/>
            <a:ext cx="350522" cy="160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76438" y="4428184"/>
            <a:ext cx="917682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/>
              <a:t>“Lagrange’s notation”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20517" y="4657060"/>
            <a:ext cx="845288" cy="104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There’s in fact a third way to indicate the gradient function, notation used by Newton: (but not used at A Level)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blipFill>
                <a:blip r:embed="rId5"/>
                <a:stretch>
                  <a:fillRect l="-407" t="-1527" r="-407" b="-2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Advanced Notation Note:</a:t>
                </a:r>
              </a:p>
              <a:p>
                <a:r>
                  <a:rPr lang="en-GB" sz="1400" dirty="0"/>
                  <a:t>Rather than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for the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the formal notation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So actually: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So we in fact have 3 symbols for “change in”!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any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(as seen in Chp5: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: an infinitesimally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blipFill>
                <a:blip r:embed="rId6"/>
                <a:stretch>
                  <a:fillRect l="-476" t="-576" b="-2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So the estimated gradient using some point close by was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200" dirty="0"/>
                  <a:t>, but in the ‘limit’ as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200" dirty="0"/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>
            <a:off x="3859619" y="6355061"/>
            <a:ext cx="916131" cy="162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517522" y="3962922"/>
            <a:ext cx="1416478" cy="30777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200" dirty="0"/>
              <a:t>“Leibniz’s notation</a:t>
            </a:r>
            <a:r>
              <a:rPr lang="en-GB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92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 animBg="1"/>
      <p:bldP spid="24" grpId="0"/>
      <p:bldP spid="26" grpId="0"/>
      <p:bldP spid="28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11820" y="7224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with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4,16</m:t>
                        </m:r>
                      </m:e>
                    </m:d>
                  </m:oMath>
                </a14:m>
                <a:r>
                  <a:rPr lang="en-GB" dirty="0"/>
                  <a:t> lies on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At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the curve has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8+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Deduce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16+8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−16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600" dirty="0"/>
                  <a:t>, clearly the limiting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8+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600" dirty="0"/>
                  <a:t> is 8.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blipFill>
                <a:blip r:embed="rId4"/>
                <a:stretch>
                  <a:fillRect l="-1025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2771800" y="5445224"/>
            <a:ext cx="1558900" cy="142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Function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blipFill>
                <a:blip r:embed="rId5"/>
                <a:stretch>
                  <a:fillRect l="-102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580112" y="2511688"/>
            <a:ext cx="297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Use the “differentiation by first principles” formula.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067300" y="2717800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7300" y="3306137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15616" y="2447796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616" y="5220134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1640" y="2447796"/>
            <a:ext cx="6948760" cy="26449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1640" y="5219700"/>
            <a:ext cx="6948760" cy="850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289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</a:t>
                </a:r>
                <a:r>
                  <a:rPr lang="en-GB" b="1" dirty="0"/>
                  <a:t>from first principles </a:t>
                </a:r>
                <a:r>
                  <a:rPr lang="en-GB" dirty="0"/>
                  <a:t>that the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400" dirty="0"/>
                  <a:t>, any term involving a multiplication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will become 0.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blipFill>
                <a:blip r:embed="rId4"/>
                <a:stretch>
                  <a:fillRect l="-636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4622800" y="4165600"/>
            <a:ext cx="741288" cy="5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400" y="1359789"/>
            <a:ext cx="7513984" cy="3725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724" y="1485672"/>
            <a:ext cx="205457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Support:</a:t>
            </a:r>
          </a:p>
          <a:p>
            <a:r>
              <a:rPr lang="en-GB" sz="1400" dirty="0"/>
              <a:t>“Row 4” of Pascal’s Triangle is:</a:t>
            </a:r>
          </a:p>
          <a:p>
            <a:pPr algn="ctr"/>
            <a:r>
              <a:rPr lang="en-GB" sz="1400" dirty="0"/>
              <a:t>1 4 6 4 1</a:t>
            </a:r>
          </a:p>
          <a:p>
            <a:r>
              <a:rPr lang="en-GB" sz="1400" dirty="0"/>
              <a:t>You’re welcome.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9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1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153ABA-5E63-F87F-7D0C-796EB972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" y="692697"/>
            <a:ext cx="6150356" cy="459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2A96D-788A-ACED-A57B-6426FBED0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484784"/>
            <a:ext cx="3213100" cy="4305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C3D2CC-024D-CBC3-C5DB-63AC17DD9174}"/>
              </a:ext>
            </a:extLst>
          </p:cNvPr>
          <p:cNvSpPr/>
          <p:nvPr/>
        </p:nvSpPr>
        <p:spPr>
          <a:xfrm>
            <a:off x="514400" y="1359789"/>
            <a:ext cx="5065712" cy="47335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1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4B4BD6B-C921-9851-03F7-FA921AF9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84" y="668191"/>
            <a:ext cx="5902424" cy="440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D2552C-D2DB-9257-2B23-E4C17CB8E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340768"/>
            <a:ext cx="3394610" cy="45402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616B38-9140-6D38-F521-2BC23F4CC1FC}"/>
              </a:ext>
            </a:extLst>
          </p:cNvPr>
          <p:cNvSpPr/>
          <p:nvPr/>
        </p:nvSpPr>
        <p:spPr>
          <a:xfrm>
            <a:off x="514400" y="1359789"/>
            <a:ext cx="5065712" cy="47335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0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52120" y="1412776"/>
                <a:ext cx="3451611" cy="12516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412776"/>
                <a:ext cx="3451611" cy="1251625"/>
              </a:xfrm>
              <a:prstGeom prst="rect">
                <a:avLst/>
              </a:prstGeo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9715F9C-4D7F-8ED3-B1B7-6E0D864B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6" y="623852"/>
            <a:ext cx="8567360" cy="500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530134-17FB-3321-FFA2-95BACC7E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156645"/>
            <a:ext cx="3816424" cy="51044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78DE8B-6AFF-5B27-9B3C-B0C2BB13DE39}"/>
              </a:ext>
            </a:extLst>
          </p:cNvPr>
          <p:cNvSpPr/>
          <p:nvPr/>
        </p:nvSpPr>
        <p:spPr>
          <a:xfrm>
            <a:off x="395536" y="1168313"/>
            <a:ext cx="5112568" cy="5124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488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6CB684E-E426-67B7-83DB-8ED0E11A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92696"/>
            <a:ext cx="5469655" cy="165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56D46E-6D21-D340-4E75-DEEB98D8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532630"/>
            <a:ext cx="2985831" cy="4282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FB7A14-2ECC-A6B1-6B7C-DF61AC927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348880"/>
            <a:ext cx="3096344" cy="12288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8C3D138-902A-E738-CB2A-34E6B09BC0F3}"/>
              </a:ext>
            </a:extLst>
          </p:cNvPr>
          <p:cNvSpPr/>
          <p:nvPr/>
        </p:nvSpPr>
        <p:spPr>
          <a:xfrm>
            <a:off x="286046" y="2449624"/>
            <a:ext cx="3709890" cy="43396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A08E0E-B1C5-E858-2011-A73C339D384F}"/>
              </a:ext>
            </a:extLst>
          </p:cNvPr>
          <p:cNvSpPr/>
          <p:nvPr/>
        </p:nvSpPr>
        <p:spPr>
          <a:xfrm>
            <a:off x="4355976" y="2440691"/>
            <a:ext cx="3709890" cy="43396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35202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512" y="847345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Why couldn’t we just immediately make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800" dirty="0"/>
                  <a:t> equal to 0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GB" sz="2800" dirty="0"/>
                  <a:t>   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847345"/>
                <a:ext cx="6192688" cy="1195071"/>
              </a:xfrm>
              <a:prstGeom prst="rect">
                <a:avLst/>
              </a:prstGeom>
              <a:blipFill>
                <a:blip r:embed="rId3"/>
                <a:stretch>
                  <a:fillRect l="-98" t="-4592" r="-1476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195192" y="3065365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497088"/>
                <a:ext cx="3706440" cy="1479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we just stick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in straight away: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+0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Wait, uh oh…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497088"/>
                <a:ext cx="3706440" cy="1479123"/>
              </a:xfrm>
              <a:prstGeom prst="rect">
                <a:avLst/>
              </a:prstGeom>
              <a:blipFill>
                <a:blip r:embed="rId5"/>
                <a:stretch>
                  <a:fillRect l="-1480" t="-2479" r="-493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12804" y="2281188"/>
                <a:ext cx="4023816" cy="2741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is known as an </a:t>
                </a:r>
                <a:r>
                  <a:rPr lang="en-GB" sz="1600" b="1" dirty="0"/>
                  <a:t>indeterminate</a:t>
                </a:r>
                <a:r>
                  <a:rPr lang="en-GB" sz="1600" dirty="0"/>
                  <a:t> </a:t>
                </a:r>
                <a:r>
                  <a:rPr lang="en-GB" sz="1600" b="1" dirty="0"/>
                  <a:t>form</a:t>
                </a:r>
                <a:r>
                  <a:rPr lang="en-GB" sz="1600" dirty="0"/>
                  <a:t>. Whereas we know what happens with expressions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(i.e. its value tends towards infinity), indeterminate forms are bad because their values are ambiguous, and prevent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𝑙𝑖𝑚</m:t>
                    </m:r>
                  </m:oMath>
                </a14:m>
                <a:r>
                  <a:rPr lang="en-GB" sz="1600" dirty="0"/>
                  <a:t> expressions from being evaluated.</a:t>
                </a:r>
              </a:p>
              <a:p>
                <a:endParaRPr lang="en-GB" sz="400" dirty="0"/>
              </a:p>
              <a:p>
                <a:r>
                  <a:rPr lang="en-GB" sz="1600" dirty="0"/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for example: 0 divided by anything usually gives 0, but anything divided by 0 is usually infinity. We can see these conflict.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804" y="2281188"/>
                <a:ext cx="4023816" cy="2741391"/>
              </a:xfrm>
              <a:prstGeom prst="rect">
                <a:avLst/>
              </a:prstGeom>
              <a:blipFill>
                <a:blip r:embed="rId6"/>
                <a:stretch>
                  <a:fillRect l="-758" r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/>
          <p:cNvSpPr/>
          <p:nvPr/>
        </p:nvSpPr>
        <p:spPr>
          <a:xfrm rot="5400000">
            <a:off x="6653695" y="5078899"/>
            <a:ext cx="405638" cy="3331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14260" y="5566098"/>
                <a:ext cx="3999811" cy="985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Can you guess some other indeterminate forms, i.e. expressions whose value is ambiguous?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×∞     ∞−∞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260" y="5566098"/>
                <a:ext cx="3999811" cy="985847"/>
              </a:xfrm>
              <a:prstGeom prst="rect">
                <a:avLst/>
              </a:prstGeom>
              <a:blipFill>
                <a:blip r:embed="rId7"/>
                <a:stretch>
                  <a:fillRect l="-457" t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/>
          <p:cNvSpPr/>
          <p:nvPr/>
        </p:nvSpPr>
        <p:spPr>
          <a:xfrm rot="10800000">
            <a:off x="4472535" y="5554361"/>
            <a:ext cx="405638" cy="3331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996" y="4184474"/>
                <a:ext cx="4792920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Thankfully, when indeterminate forms appear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𝑙𝑖𝑚</m:t>
                    </m:r>
                  </m:oMath>
                </a14:m>
                <a:r>
                  <a:rPr lang="en-GB" sz="1400" dirty="0"/>
                  <a:t> expressions, there are variety of techniques to turn the expression into one that doesn’t have any indeterminate forms.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One simple technique, that worked in our example, is to expand and simplify. This gave us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GB" sz="1400" dirty="0"/>
                  <a:t> clearly is fine. Other techniques are more advanced.</a:t>
                </a:r>
              </a:p>
              <a:p>
                <a:r>
                  <a:rPr lang="en-GB" sz="1400" dirty="0"/>
                  <a:t>This is important when sketching harder functions: </a:t>
                </a:r>
                <a:r>
                  <a:rPr lang="en-GB" sz="1200" dirty="0">
                    <a:hlinkClick r:id="rId8"/>
                  </a:rPr>
                  <a:t>http://www.drfrostmaths.com/resources/resource.php?rid=163</a:t>
                </a:r>
                <a:r>
                  <a:rPr lang="en-GB" sz="1200" dirty="0"/>
                  <a:t> </a:t>
                </a:r>
                <a:endParaRPr lang="en-GB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6" y="4184474"/>
                <a:ext cx="4792920" cy="2000548"/>
              </a:xfrm>
              <a:prstGeom prst="rect">
                <a:avLst/>
              </a:prstGeom>
              <a:blipFill>
                <a:blip r:embed="rId9"/>
                <a:stretch>
                  <a:fillRect l="-382" t="-304" b="-12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395660" y="4111427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763032" y="3628065"/>
            <a:ext cx="354" cy="16386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4756488" y="6075594"/>
            <a:ext cx="3925" cy="5591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90954" y="6034685"/>
            <a:ext cx="3727400" cy="630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707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2" grpId="0" animBg="1"/>
      <p:bldP spid="13" grpId="0"/>
      <p:bldP spid="14" grpId="0" animBg="1"/>
      <p:bldP spid="15" grpId="0"/>
      <p:bldP spid="26" grpId="0" animBg="1"/>
      <p:bldP spid="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vert="horz" wrap="square" lIns="324000" tIns="45720" rIns="91440" bIns="45720" rtlCol="0" anchor="ctr">
                  <a:spAutoFit/>
                </a:bodyPr>
                <a:lstStyle>
                  <a:defPPr>
                    <a:defRPr lang="en-US"/>
                  </a:defPPr>
                  <a:lvl1pPr>
                    <a:spcBef>
                      <a:spcPct val="0"/>
                    </a:spcBef>
                    <a:buNone/>
                    <a:defRPr sz="3200"/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Differentiating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500" b="-291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Thankfully, there’s a quick way to differentiate terms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constant) with having to use first principles every time: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43" y="762284"/>
                <a:ext cx="7128792" cy="646331"/>
              </a:xfrm>
              <a:prstGeom prst="rect">
                <a:avLst/>
              </a:prstGeom>
              <a:blipFill>
                <a:blip r:embed="rId3"/>
                <a:stretch>
                  <a:fillRect l="-684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(where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are constants)</a:t>
                </a:r>
              </a:p>
              <a:p>
                <a:r>
                  <a:rPr lang="en-GB" dirty="0"/>
                  <a:t>i.e. multiply by the power and reduce the power by 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8" y="1655858"/>
                <a:ext cx="5996098" cy="768287"/>
              </a:xfrm>
              <a:prstGeom prst="rect">
                <a:avLst/>
              </a:prstGeom>
              <a:blipFill>
                <a:blip r:embed="rId4"/>
                <a:stretch>
                  <a:fillRect l="-709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39552" y="2708920"/>
            <a:ext cx="165618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01" y="3261300"/>
                <a:ext cx="2772013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410606" y="3335727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Power is 5, so multiply by 5 then reduce power by 5.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3657600" y="3561907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6" y="3946828"/>
                <a:ext cx="3317922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3648434" y="4220521"/>
            <a:ext cx="753006" cy="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power need not be an integer!</a:t>
                </a:r>
              </a:p>
              <a:p>
                <a:r>
                  <a:rPr lang="en-GB" sz="1400" dirty="0"/>
                  <a:t>Remember to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not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090" y="3861844"/>
                <a:ext cx="3024700" cy="618054"/>
              </a:xfrm>
              <a:prstGeom prst="rect">
                <a:avLst/>
              </a:prstGeom>
              <a:blipFill>
                <a:blip r:embed="rId7"/>
                <a:stretch>
                  <a:fillRect l="-604" t="-198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5" y="4651914"/>
                <a:ext cx="3033979" cy="618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6" y="5363195"/>
                <a:ext cx="4136066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Why would it be incorrect to say that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400" b="1" dirty="0"/>
                  <a:t> differentiates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1400" b="1" dirty="0"/>
                  <a:t>?</a:t>
                </a:r>
              </a:p>
              <a:p>
                <a:r>
                  <a:rPr lang="en-GB" sz="1400" dirty="0"/>
                  <a:t>The rule only works when the base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the power is a constant. Neither is true here!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 is “a power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” whereas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is an exponential term (which you will encounter more in Chp14), and therefore differentiate differently. You will learn how to differentiate exponential terms in Year 2.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27" y="4511132"/>
                <a:ext cx="3744416" cy="2126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2809261" y="3163894"/>
            <a:ext cx="688851" cy="653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47875" y="3952203"/>
            <a:ext cx="1450237" cy="6531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8376" y="4699679"/>
            <a:ext cx="1259736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5849" y="5335999"/>
            <a:ext cx="582119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3905" y="5357265"/>
            <a:ext cx="1573618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6127657"/>
                <a:ext cx="3681461" cy="6182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962127" y="6144897"/>
            <a:ext cx="582119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5220" y="6134264"/>
            <a:ext cx="1332134" cy="563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042" y="5114443"/>
            <a:ext cx="3603372" cy="1456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190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1156054"/>
                <a:ext cx="2772013" cy="618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00" y="1774300"/>
                <a:ext cx="2899606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79" y="2572162"/>
                <a:ext cx="4153144" cy="772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93" y="3657103"/>
                <a:ext cx="3823535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854898" y="1042174"/>
            <a:ext cx="1196107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2959" y="1774300"/>
            <a:ext cx="1786270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4707" y="2667113"/>
            <a:ext cx="1522647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0428" y="3659866"/>
            <a:ext cx="1828799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9" y="4542702"/>
                <a:ext cx="449338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389227" y="4489699"/>
            <a:ext cx="979223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6592" y="4480841"/>
            <a:ext cx="603962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2774" y="2662052"/>
            <a:ext cx="603962" cy="680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569" y="13640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69" y="1949817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569" y="2916548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569" y="383318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569" y="4736596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793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Differentiating Multiple Terms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Differentiate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379" y="1046469"/>
                <a:ext cx="5211271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First thing to note:</a:t>
                </a:r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i.e. </a:t>
                </a:r>
                <a:r>
                  <a:rPr lang="en-GB" sz="1600" b="1" dirty="0"/>
                  <a:t>differentiate each term individually in a sum/subtraction</a:t>
                </a:r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22" y="2273499"/>
                <a:ext cx="2416300" cy="1678023"/>
              </a:xfrm>
              <a:prstGeom prst="rect">
                <a:avLst/>
              </a:prstGeom>
              <a:blipFill>
                <a:blip r:embed="rId3"/>
                <a:stretch>
                  <a:fillRect l="-1515" t="-1091"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123728" y="1628800"/>
            <a:ext cx="1224136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2483217"/>
                <a:ext cx="2954822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125434" y="2543447"/>
            <a:ext cx="435934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1368" y="2545451"/>
            <a:ext cx="627320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9953" y="2543447"/>
            <a:ext cx="627320" cy="869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Arrow: Down 12"/>
          <p:cNvSpPr/>
          <p:nvPr/>
        </p:nvSpPr>
        <p:spPr>
          <a:xfrm>
            <a:off x="4246484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/>
          <p:cNvSpPr/>
          <p:nvPr/>
        </p:nvSpPr>
        <p:spPr>
          <a:xfrm>
            <a:off x="4851781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/>
          <p:cNvSpPr/>
          <p:nvPr/>
        </p:nvSpPr>
        <p:spPr>
          <a:xfrm>
            <a:off x="5462973" y="1756159"/>
            <a:ext cx="122789" cy="50068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compare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it’s clear that the gradient is fixed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5" y="4511540"/>
                <a:ext cx="3777780" cy="2037161"/>
              </a:xfrm>
              <a:prstGeom prst="rect">
                <a:avLst/>
              </a:prstGeom>
              <a:blipFill>
                <a:blip r:embed="rId5"/>
                <a:stretch>
                  <a:fillRect l="-969" b="-29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2743202" y="3540642"/>
            <a:ext cx="2009551" cy="896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Therefore applying the usual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Alternatively, if you sketch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the line is horizontal, so the gradient is 0.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502" y="4582719"/>
                <a:ext cx="3777780" cy="1790939"/>
              </a:xfrm>
              <a:prstGeom prst="rect">
                <a:avLst/>
              </a:prstGeom>
              <a:blipFill>
                <a:blip r:embed="rId6"/>
                <a:stretch>
                  <a:fillRect l="-969" r="-1939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5507665" y="3540642"/>
            <a:ext cx="835609" cy="76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8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4" y="1134789"/>
                <a:ext cx="3782107" cy="618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15117" y="1342745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117" y="1928552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7" y="289528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117" y="3811919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117" y="4715331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1882850"/>
                <a:ext cx="3782107" cy="618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2630911"/>
                <a:ext cx="3782107" cy="618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3" y="3649369"/>
                <a:ext cx="3782107" cy="618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𝒑𝒙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47" y="4494250"/>
                <a:ext cx="4204917" cy="618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3657601" y="1022991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4410" y="1818988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72" y="2628265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9872" y="3598213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49136" y="4443094"/>
            <a:ext cx="967562" cy="7207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3" y="4090008"/>
                <a:ext cx="1802387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(where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200" dirty="0"/>
                  <a:t> is a constant)</a:t>
                </a:r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12" y="4974189"/>
                <a:ext cx="1802387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2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8.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268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−8=−4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6" y="2431520"/>
                <a:ext cx="3177518" cy="783869"/>
              </a:xfrm>
              <a:prstGeom prst="rect">
                <a:avLst/>
              </a:prstGeom>
              <a:blipFill>
                <a:blip r:embed="rId3"/>
                <a:stretch>
                  <a:fillRect l="-1533" b="-3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Remember that the ‘gradient function’ allows you to find the gradient for a particular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20" y="2671229"/>
                <a:ext cx="3776025" cy="523220"/>
              </a:xfrm>
              <a:prstGeom prst="rect">
                <a:avLst/>
              </a:prstGeom>
              <a:blipFill>
                <a:blip r:embed="rId4"/>
                <a:stretch>
                  <a:fillRect l="-485" t="-2326" r="-161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4040372" y="2924944"/>
            <a:ext cx="675644" cy="30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8=8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+3=3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64" y="3532863"/>
                <a:ext cx="3177518" cy="1200329"/>
              </a:xfrm>
              <a:prstGeom prst="rect">
                <a:avLst/>
              </a:prstGeom>
              <a:blipFill>
                <a:blip r:embed="rId5"/>
                <a:stretch>
                  <a:fillRect l="-1533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example is important!</a:t>
                </a:r>
              </a:p>
              <a:p>
                <a:r>
                  <a:rPr lang="en-GB" sz="1400" dirty="0"/>
                  <a:t>Previously you used a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get the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. This time we’re </a:t>
                </a:r>
                <a:r>
                  <a:rPr lang="en-GB" sz="1400" b="1" dirty="0"/>
                  <a:t>doing the opposite</a:t>
                </a:r>
                <a:r>
                  <a:rPr lang="en-GB" sz="1400" dirty="0"/>
                  <a:t>: using a known gradient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to get the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We therefore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for 8.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591" y="3558810"/>
                <a:ext cx="4392715" cy="1169551"/>
              </a:xfrm>
              <a:prstGeom prst="rect">
                <a:avLst/>
              </a:prstGeom>
              <a:blipFill>
                <a:blip r:embed="rId6"/>
                <a:stretch>
                  <a:fillRect l="-417" t="-1042" r="-1111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035826" y="3742660"/>
            <a:ext cx="578704" cy="28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7526" y="24591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525" y="35588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525" y="50257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find point of intersection: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+3=4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Solving, we obtain: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95" y="4973860"/>
                <a:ext cx="3549657" cy="1477328"/>
              </a:xfrm>
              <a:prstGeom prst="rect">
                <a:avLst/>
              </a:prstGeom>
              <a:blipFill>
                <a:blip r:embed="rId7"/>
                <a:stretch>
                  <a:fillRect l="-1372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4040372" y="4295554"/>
            <a:ext cx="584791" cy="64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Once you have your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you need to work out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b="1" dirty="0"/>
                  <a:t>Ensure you use the correct equation!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49" y="4814653"/>
                <a:ext cx="3776025" cy="523220"/>
              </a:xfrm>
              <a:prstGeom prst="rect">
                <a:avLst/>
              </a:prstGeom>
              <a:blipFill>
                <a:blip r:embed="rId8"/>
                <a:stretch>
                  <a:fillRect l="-485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73885" y="2459163"/>
            <a:ext cx="3192040" cy="7859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455" y="3562267"/>
            <a:ext cx="3192040" cy="11689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455" y="5030916"/>
            <a:ext cx="3480072" cy="14199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396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2" grpId="0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/>
                  <a:t>Let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GB" sz="1700" b="0" dirty="0"/>
              </a:p>
              <a:p>
                <a:pPr marL="342900" indent="-3429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1,−1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coordinates of the point on the graph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where the gradient is 5.</a:t>
                </a:r>
              </a:p>
              <a:p>
                <a:pPr marL="457200" indent="-457200">
                  <a:buAutoNum type="alphaLcParenR"/>
                </a:pPr>
                <a:r>
                  <a:rPr lang="en-GB" sz="1700" dirty="0"/>
                  <a:t>Find the gradient of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700" dirty="0"/>
                  <a:t> at the points where the curve meets the line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=2−</m:t>
                    </m:r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56" y="823185"/>
                <a:ext cx="8432938" cy="11387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−4=−2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396" y="2266420"/>
                <a:ext cx="3177518" cy="646331"/>
              </a:xfrm>
              <a:prstGeom prst="rect">
                <a:avLst/>
              </a:prstGeom>
              <a:blipFill>
                <a:blip r:embed="rId3"/>
                <a:stretch>
                  <a:fillRect l="-172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464" y="3050263"/>
                <a:ext cx="3177518" cy="1979516"/>
              </a:xfrm>
              <a:prstGeom prst="rect">
                <a:avLst/>
              </a:prstGeom>
              <a:blipFill>
                <a:blip r:embed="rId4"/>
                <a:stretch>
                  <a:fillRect l="-1727" b="-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340026" y="2294063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025" y="3101610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5425" y="5254354"/>
            <a:ext cx="272355" cy="2933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+2=2−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Solving: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695" y="5227860"/>
                <a:ext cx="3549657" cy="1200329"/>
              </a:xfrm>
              <a:prstGeom prst="rect">
                <a:avLst/>
              </a:prstGeom>
              <a:blipFill>
                <a:blip r:embed="rId5"/>
                <a:stretch>
                  <a:fillRect l="-1546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617464" y="2294063"/>
            <a:ext cx="3192040" cy="6777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7464" y="3089837"/>
            <a:ext cx="3192040" cy="1939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2380" y="5244963"/>
            <a:ext cx="3480072" cy="1270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2495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0EE84D7-9C08-DF9D-DA65-15BCF61C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3745"/>
            <a:ext cx="8208912" cy="616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041915-0D64-83F7-5BDA-91F7C8BE0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4744488" cy="48184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358E2D-B30F-91AC-9F62-E2CC299D13A2}"/>
              </a:ext>
            </a:extLst>
          </p:cNvPr>
          <p:cNvSpPr/>
          <p:nvPr/>
        </p:nvSpPr>
        <p:spPr>
          <a:xfrm>
            <a:off x="683568" y="1489059"/>
            <a:ext cx="4888504" cy="488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1529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19EA7BA-30CF-8D84-EA5B-20A4F2C81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" y="629358"/>
            <a:ext cx="8860967" cy="671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D416BF-9569-D82E-E843-0D2231D7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21165"/>
            <a:ext cx="4706218" cy="46220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4C4706-3D98-D26D-CC4A-E113101F0F16}"/>
              </a:ext>
            </a:extLst>
          </p:cNvPr>
          <p:cNvSpPr/>
          <p:nvPr/>
        </p:nvSpPr>
        <p:spPr>
          <a:xfrm>
            <a:off x="683568" y="1489059"/>
            <a:ext cx="4888504" cy="488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21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12D – Pearson Pure Y1 page </a:t>
              </a:r>
              <a:r>
                <a:rPr lang="en-GB" sz="3200" dirty="0"/>
                <a:t>265-266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B9A68CF-A801-B645-6881-4BBF8FF7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3" y="621046"/>
            <a:ext cx="7772400" cy="1381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010023-6849-8778-A8D4-CE63E018C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038585"/>
            <a:ext cx="3183053" cy="36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2A8A5-62AC-DED3-938F-AB6DC144F1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011"/>
          <a:stretch/>
        </p:blipFill>
        <p:spPr>
          <a:xfrm>
            <a:off x="5724128" y="2146548"/>
            <a:ext cx="2952328" cy="3412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B17C80-53D7-B062-2BA1-1152120D3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362" y="5001694"/>
            <a:ext cx="1541016" cy="17511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C27C3DA-E481-1082-E9E1-DFCC50E5D4AF}"/>
              </a:ext>
            </a:extLst>
          </p:cNvPr>
          <p:cNvSpPr/>
          <p:nvPr/>
        </p:nvSpPr>
        <p:spPr>
          <a:xfrm>
            <a:off x="323528" y="2025879"/>
            <a:ext cx="4507850" cy="46434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3195D-DCB7-583F-06A8-8251CD10521D}"/>
              </a:ext>
            </a:extLst>
          </p:cNvPr>
          <p:cNvSpPr/>
          <p:nvPr/>
        </p:nvSpPr>
        <p:spPr>
          <a:xfrm>
            <a:off x="5148064" y="2025880"/>
            <a:ext cx="3528392" cy="2650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B1ED3A-2BBF-1DFB-6CCE-6FBC9513C1DE}"/>
              </a:ext>
            </a:extLst>
          </p:cNvPr>
          <p:cNvSpPr/>
          <p:nvPr/>
        </p:nvSpPr>
        <p:spPr>
          <a:xfrm>
            <a:off x="5149802" y="4820055"/>
            <a:ext cx="3528392" cy="18493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72059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Differentiating Harder Expressions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your expression isn’t a sum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000" dirty="0"/>
                  <a:t> terms, simply manipulate it until it is!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blipFill>
                <a:blip r:embed="rId2"/>
                <a:stretch>
                  <a:fillRect l="-863" t="-9231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0384" y="16839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1. Turn roots into powers: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26728" y="3140968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2. Split up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35980" y="4737844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3. Expand out brackets.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52624" y="5794786"/>
            <a:ext cx="2982416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4. Beware of numbers in denominators!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→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!!!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  <a:blipFill>
                <a:blip r:embed="rId8"/>
                <a:stretch>
                  <a:fillRect l="-2290" t="-4615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5" idx="1"/>
          </p:cNvCxnSpPr>
          <p:nvPr/>
        </p:nvCxnSpPr>
        <p:spPr>
          <a:xfrm flipH="1">
            <a:off x="5292080" y="5525096"/>
            <a:ext cx="1164456" cy="43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70140" y="2334694"/>
            <a:ext cx="567060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0140" y="1623839"/>
            <a:ext cx="541660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880" y="3173842"/>
            <a:ext cx="2404220" cy="7758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0140" y="3949699"/>
            <a:ext cx="1938660" cy="571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660" y="4610779"/>
            <a:ext cx="1396740" cy="4565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8400" y="5054600"/>
            <a:ext cx="1130300" cy="520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2570" y="1623839"/>
            <a:ext cx="695734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6906" y="2334694"/>
            <a:ext cx="930393" cy="622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88290" y="5941267"/>
            <a:ext cx="723510" cy="751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5330" y="5893111"/>
            <a:ext cx="925470" cy="751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94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4984" y="9346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Differentiate the following.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49140" y="1547638"/>
            <a:ext cx="3818260" cy="7383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960" y="2478389"/>
            <a:ext cx="3818260" cy="7383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3660" y="3455603"/>
            <a:ext cx="5627340" cy="7480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477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12E – Pearson Pure Y1 page </a:t>
              </a:r>
              <a:r>
                <a:rPr lang="en-GB" sz="3200" dirty="0"/>
                <a:t>267-268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C054427-8D3E-24C9-4C9E-C2E8B30A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" y="601620"/>
            <a:ext cx="8766101" cy="1459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F5FE5-B73E-98FE-C97F-91B0950D6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92896"/>
            <a:ext cx="2841030" cy="2793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CAD2EF-1811-F892-1EC0-CDDCCD685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276872"/>
            <a:ext cx="2506191" cy="43279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055E96-F870-9B82-831C-A8CB7BCFBB19}"/>
              </a:ext>
            </a:extLst>
          </p:cNvPr>
          <p:cNvCxnSpPr/>
          <p:nvPr/>
        </p:nvCxnSpPr>
        <p:spPr>
          <a:xfrm>
            <a:off x="4283968" y="2204864"/>
            <a:ext cx="0" cy="4392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B737D67-AAE8-E577-B8A3-4FD62F71C1FD}"/>
              </a:ext>
            </a:extLst>
          </p:cNvPr>
          <p:cNvSpPr/>
          <p:nvPr/>
        </p:nvSpPr>
        <p:spPr>
          <a:xfrm>
            <a:off x="465708" y="2201010"/>
            <a:ext cx="7850708" cy="4468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088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12E – Pearson Pure Y1 page </a:t>
              </a:r>
              <a:r>
                <a:rPr lang="en-GB" sz="3200" dirty="0"/>
                <a:t>267-268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F0931EF-1C24-64CC-304D-A9ADDA61F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6552728" cy="1948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54D29-2EE9-7059-E3A3-EC09982668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24"/>
          <a:stretch/>
        </p:blipFill>
        <p:spPr>
          <a:xfrm>
            <a:off x="683568" y="2924943"/>
            <a:ext cx="5256584" cy="30756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AC9544-CE1A-E652-E4DB-9B6D442B17EA}"/>
              </a:ext>
            </a:extLst>
          </p:cNvPr>
          <p:cNvSpPr/>
          <p:nvPr/>
        </p:nvSpPr>
        <p:spPr>
          <a:xfrm>
            <a:off x="539552" y="4869160"/>
            <a:ext cx="5760640" cy="17865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DB7FC7-F440-DD02-B8CA-1AC2C532865A}"/>
              </a:ext>
            </a:extLst>
          </p:cNvPr>
          <p:cNvSpPr/>
          <p:nvPr/>
        </p:nvSpPr>
        <p:spPr>
          <a:xfrm>
            <a:off x="539552" y="3014752"/>
            <a:ext cx="5760640" cy="17865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63170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520" y="404664"/>
                <a:ext cx="7434783" cy="470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i="1" dirty="0"/>
              </a:p>
              <a:p>
                <a:r>
                  <a:rPr lang="en-GB" i="1" dirty="0"/>
                  <a:t>[MAT 2013 1E]</a:t>
                </a:r>
              </a:p>
              <a:p>
                <a:r>
                  <a:rPr lang="en-GB" dirty="0"/>
                  <a:t>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is a polynomial of degree: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9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8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7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less than 7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b="1" dirty="0"/>
                  <a:t>Full expansion is not needed. The highest power term in the first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GB" b="1" dirty="0"/>
                  <a:t>, differentiating twice to give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b="1" dirty="0"/>
                  <a:t>The highest power term in the second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GB" b="1" dirty="0"/>
                  <a:t>, differentiating once to give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 These terms cancel leaving a polynomial of order (at most) 6. The answer is (D).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4664"/>
                <a:ext cx="7434783" cy="4701928"/>
              </a:xfrm>
              <a:prstGeom prst="rect">
                <a:avLst/>
              </a:prstGeom>
              <a:blipFill>
                <a:blip r:embed="rId2"/>
                <a:stretch>
                  <a:fillRect l="-681" r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779912" y="1858269"/>
            <a:ext cx="482453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just means “differentiate twice”.  The ‘second derivative’ comes later in this chapter.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 flipV="1">
            <a:off x="2171329" y="1290216"/>
            <a:ext cx="1536575" cy="91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520" y="3027737"/>
            <a:ext cx="7541428" cy="1737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0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equations of tangents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467725" y="2812661"/>
            <a:ext cx="3056082" cy="25942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6082" h="2594264">
                <a:moveTo>
                  <a:pt x="0" y="2594264"/>
                </a:moveTo>
                <a:cubicBezTo>
                  <a:pt x="223982" y="2565785"/>
                  <a:pt x="447964" y="2537307"/>
                  <a:pt x="655782" y="2492664"/>
                </a:cubicBezTo>
                <a:cubicBezTo>
                  <a:pt x="863600" y="2448021"/>
                  <a:pt x="1062182" y="2398761"/>
                  <a:pt x="1246909" y="2326409"/>
                </a:cubicBezTo>
                <a:cubicBezTo>
                  <a:pt x="1431636" y="2254057"/>
                  <a:pt x="1599431" y="2167851"/>
                  <a:pt x="1764146" y="2058554"/>
                </a:cubicBezTo>
                <a:cubicBezTo>
                  <a:pt x="1928861" y="1949257"/>
                  <a:pt x="2076643" y="1847657"/>
                  <a:pt x="2235200" y="1670627"/>
                </a:cubicBezTo>
                <a:cubicBezTo>
                  <a:pt x="2393757" y="1493597"/>
                  <a:pt x="2590800" y="1227282"/>
                  <a:pt x="2715491" y="996373"/>
                </a:cubicBezTo>
                <a:cubicBezTo>
                  <a:pt x="2840182" y="765464"/>
                  <a:pt x="2920231" y="508385"/>
                  <a:pt x="2983346" y="285173"/>
                </a:cubicBezTo>
                <a:cubicBezTo>
                  <a:pt x="3046461" y="61961"/>
                  <a:pt x="3003646" y="221480"/>
                  <a:pt x="30560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172051" y="473291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(3,?)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tangent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V="1">
            <a:off x="837180" y="4002998"/>
            <a:ext cx="3112654" cy="1616363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Gradient function: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𝒅𝒚</m:t>
                        </m:r>
                      </m:num>
                      <m:den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𝒅𝒙</m:t>
                        </m:r>
                      </m:den>
                    </m:f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Gradient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𝒎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-value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𝟗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So equation of tangent: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𝟔</m:t>
                      </m:r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543744" y="2780253"/>
            <a:ext cx="936104" cy="535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9729" y="3529516"/>
            <a:ext cx="9361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9729" y="4139425"/>
            <a:ext cx="9361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4411" y="5106980"/>
            <a:ext cx="205933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for the tangent (as it is a straight line!). Therefore we need: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The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blipFill>
                <a:blip r:embed="rId5"/>
                <a:stretch>
                  <a:fillRect l="-655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 rot="20026094">
            <a:off x="2817628" y="4356833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</p:spTree>
    <p:extLst>
      <p:ext uri="{BB962C8B-B14F-4D97-AF65-F5344CB8AC3E}">
        <p14:creationId xmlns:p14="http://schemas.microsoft.com/office/powerpoint/2010/main" val="49378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equations of </a:t>
              </a:r>
              <a:r>
                <a:rPr lang="en-GB" dirty="0" err="1"/>
                <a:t>normals</a:t>
              </a:r>
              <a:endParaRPr lang="en-GB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563418" y="1597891"/>
            <a:ext cx="3094182" cy="29371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94182" h="2937164">
                <a:moveTo>
                  <a:pt x="0" y="2937164"/>
                </a:moveTo>
                <a:cubicBezTo>
                  <a:pt x="223982" y="2908685"/>
                  <a:pt x="447964" y="2880207"/>
                  <a:pt x="655782" y="2835564"/>
                </a:cubicBezTo>
                <a:cubicBezTo>
                  <a:pt x="863600" y="2790921"/>
                  <a:pt x="1062182" y="2741661"/>
                  <a:pt x="1246909" y="2669309"/>
                </a:cubicBezTo>
                <a:cubicBezTo>
                  <a:pt x="1431636" y="2596957"/>
                  <a:pt x="1599431" y="2510751"/>
                  <a:pt x="1764146" y="2401454"/>
                </a:cubicBezTo>
                <a:cubicBezTo>
                  <a:pt x="1928861" y="2292157"/>
                  <a:pt x="2076643" y="2190557"/>
                  <a:pt x="2235200" y="2013527"/>
                </a:cubicBezTo>
                <a:cubicBezTo>
                  <a:pt x="2393757" y="1836497"/>
                  <a:pt x="2590800" y="1570182"/>
                  <a:pt x="2715491" y="1339273"/>
                </a:cubicBezTo>
                <a:cubicBezTo>
                  <a:pt x="2840182" y="1108364"/>
                  <a:pt x="2920231" y="851285"/>
                  <a:pt x="2983346" y="628073"/>
                </a:cubicBezTo>
                <a:cubicBezTo>
                  <a:pt x="3046461" y="404861"/>
                  <a:pt x="3070321" y="202430"/>
                  <a:pt x="30941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267744" y="386104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932873" y="1844824"/>
            <a:ext cx="2198967" cy="316844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Equation of tangent (from earlier):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Therefore equation of normal: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475534" y="3559391"/>
            <a:ext cx="1353037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7406" y="1409083"/>
            <a:ext cx="1681850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The </a:t>
            </a:r>
            <a:r>
              <a:rPr lang="en-GB" sz="1600" b="1" dirty="0"/>
              <a:t>normal</a:t>
            </a:r>
            <a:r>
              <a:rPr lang="en-GB" sz="1600" dirty="0"/>
              <a:t> to a curve is the line perpendicular to the tangent.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10093" y="2551814"/>
            <a:ext cx="3327991" cy="2413591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435175">
            <a:off x="2934586" y="3282945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  <p:sp>
        <p:nvSpPr>
          <p:cNvPr id="19" name="TextBox 18"/>
          <p:cNvSpPr txBox="1"/>
          <p:nvPr/>
        </p:nvSpPr>
        <p:spPr>
          <a:xfrm rot="3276129">
            <a:off x="1130608" y="3011570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670502" y="5370684"/>
            <a:ext cx="482453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A </a:t>
            </a:r>
            <a:r>
              <a:rPr lang="en-GB" sz="1600" b="1" dirty="0"/>
              <a:t>very common error </a:t>
            </a:r>
            <a:r>
              <a:rPr lang="en-GB" sz="1600" dirty="0"/>
              <a:t>is for students to accidentally forget whether the question is asking for the tangent or for the normal.</a:t>
            </a:r>
          </a:p>
        </p:txBody>
      </p:sp>
    </p:spTree>
    <p:extLst>
      <p:ext uri="{BB962C8B-B14F-4D97-AF65-F5344CB8AC3E}">
        <p14:creationId xmlns:p14="http://schemas.microsoft.com/office/powerpoint/2010/main" val="216911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=9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=9+3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Equation of normal: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−18=−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blipFill>
                <a:blip r:embed="rId3"/>
                <a:stretch>
                  <a:fillRect l="-990" t="-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Tip: </a:t>
                </a:r>
                <a:r>
                  <a:rPr lang="en-GB" sz="1600" dirty="0"/>
                  <a:t>I like to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1600" dirty="0"/>
                  <a:t> to make clear to the examiner (and myself) what gradient I’ve found.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  <a:blipFill>
                <a:blip r:embed="rId4"/>
                <a:stretch>
                  <a:fillRect l="-330" t="-14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3419872" y="3404239"/>
            <a:ext cx="1029377" cy="9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9916" y="1369085"/>
            <a:ext cx="1594884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576" y="2028578"/>
            <a:ext cx="2604312" cy="22457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gradient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210" y="4271786"/>
            <a:ext cx="5145933" cy="659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Final equation</a:t>
            </a:r>
          </a:p>
        </p:txBody>
      </p:sp>
    </p:spTree>
    <p:extLst>
      <p:ext uri="{BB962C8B-B14F-4D97-AF65-F5344CB8AC3E}">
        <p14:creationId xmlns:p14="http://schemas.microsoft.com/office/powerpoint/2010/main" val="253776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9573682-2AC0-A663-8751-9E57E4A9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59033"/>
            <a:ext cx="7772400" cy="509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577B90-19C3-8833-ED47-D1CB0B556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12776"/>
            <a:ext cx="3913253" cy="4970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40224F-7131-9088-5C71-69AC53F9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412" y="1551568"/>
            <a:ext cx="4065901" cy="35980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75EEFF-3BC3-ECC7-8676-74FF04F7B3AC}"/>
              </a:ext>
            </a:extLst>
          </p:cNvPr>
          <p:cNvCxnSpPr/>
          <p:nvPr/>
        </p:nvCxnSpPr>
        <p:spPr>
          <a:xfrm>
            <a:off x="4380797" y="1628800"/>
            <a:ext cx="0" cy="4570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4FA0662-E137-5F22-5313-A630ED9AC224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448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FD99888-6972-5453-747F-71328976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718513"/>
            <a:ext cx="8568952" cy="509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65270-7F15-9089-EB21-7E317EED8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628800"/>
            <a:ext cx="3861717" cy="4022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CCA91-8B87-B3E5-8211-4DE3E0698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994" y="1628800"/>
            <a:ext cx="3499589" cy="30243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F8536-C805-7FF9-F4A0-C206965A25BC}"/>
              </a:ext>
            </a:extLst>
          </p:cNvPr>
          <p:cNvCxnSpPr/>
          <p:nvPr/>
        </p:nvCxnSpPr>
        <p:spPr>
          <a:xfrm>
            <a:off x="4527866" y="1628800"/>
            <a:ext cx="0" cy="4022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90B927C-C91F-8EE8-06BE-95C4D42F8224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147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3E32AC0-E872-F8E9-1B6D-B9E8E8BD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64704"/>
            <a:ext cx="8429772" cy="584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035EB-CCAA-7E6A-AD27-2BA056E2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547181"/>
            <a:ext cx="3600400" cy="3255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71951-511F-84F8-BF1B-01AA32B1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936" y="4218683"/>
            <a:ext cx="3504308" cy="20515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4B1408-7325-9A87-A9CA-750956F14131}"/>
              </a:ext>
            </a:extLst>
          </p:cNvPr>
          <p:cNvSpPr/>
          <p:nvPr/>
        </p:nvSpPr>
        <p:spPr>
          <a:xfrm>
            <a:off x="338475" y="1367478"/>
            <a:ext cx="8328837" cy="5085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569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12F – Pearson Pure Y1 page 269-270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64FB1F0-7989-FE58-AF80-C8386F9D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92696"/>
            <a:ext cx="4653517" cy="1512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52B162-5F9F-7980-C4B4-8507CB65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305608"/>
            <a:ext cx="3727370" cy="4365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39BAD5-87E8-591B-6263-8F9AD5157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2485733"/>
            <a:ext cx="3727370" cy="43650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678FA2-56F9-9917-B0EA-A5608AE26076}"/>
              </a:ext>
            </a:extLst>
          </p:cNvPr>
          <p:cNvCxnSpPr/>
          <p:nvPr/>
        </p:nvCxnSpPr>
        <p:spPr>
          <a:xfrm>
            <a:off x="4733064" y="2420888"/>
            <a:ext cx="27956" cy="4249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3110DB1-F06B-60B8-CE98-0BA0CF537BFB}"/>
              </a:ext>
            </a:extLst>
          </p:cNvPr>
          <p:cNvSpPr/>
          <p:nvPr/>
        </p:nvSpPr>
        <p:spPr>
          <a:xfrm>
            <a:off x="467544" y="2420887"/>
            <a:ext cx="8328837" cy="4267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984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4305" y="1954324"/>
                <a:ext cx="45722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2005 Q2]</a:t>
                </a:r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GB" sz="1600" dirty="0"/>
                  <a:t> and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non-zero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.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is the intersection of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is the intersection of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sz="1600" dirty="0"/>
                  <a:t> lies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sz="1600" dirty="0"/>
                  <a:t>,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and that the quadrilateral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𝑃𝑆𝑄𝑅</m:t>
                    </m:r>
                  </m:oMath>
                </a14:m>
                <a:r>
                  <a:rPr lang="en-GB" sz="1600" dirty="0"/>
                  <a:t> is a rectangle.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Solutions on next slide.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05" y="1954324"/>
                <a:ext cx="4572289" cy="3785652"/>
              </a:xfrm>
              <a:prstGeom prst="rect">
                <a:avLst/>
              </a:prstGeom>
              <a:blipFill>
                <a:blip r:embed="rId2"/>
                <a:stretch>
                  <a:fillRect l="-554" t="-669" r="-277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52979" y="1555250"/>
                <a:ext cx="3384376" cy="4192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2012 Q4]</a:t>
                </a:r>
              </a:p>
              <a:p>
                <a:r>
                  <a:rPr lang="en-GB" sz="1600" dirty="0"/>
                  <a:t>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The tangents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 distinct points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positive,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these points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is the point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, find the coordinates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(in this case)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 lie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are such that the product of their distances from the origin is constant.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979" y="1555250"/>
                <a:ext cx="3384376" cy="4192494"/>
              </a:xfrm>
              <a:prstGeom prst="rect">
                <a:avLst/>
              </a:prstGeom>
              <a:blipFill>
                <a:blip r:embed="rId3"/>
                <a:stretch>
                  <a:fillRect l="-1124" t="-604" r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156176" y="692696"/>
                <a:ext cx="2783546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The ‘difference of two cubes’:   </a:t>
                </a:r>
                <a:endParaRPr lang="en-GB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400" dirty="0"/>
                  <a:t> </a:t>
                </a:r>
              </a:p>
              <a:p>
                <a:r>
                  <a:rPr lang="en-GB" sz="1400" dirty="0"/>
                  <a:t>will help for both of these.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692696"/>
                <a:ext cx="2783546" cy="738664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>
            <a:off x="4803183" y="1062028"/>
            <a:ext cx="1352993" cy="539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804223" y="1417819"/>
            <a:ext cx="42531" cy="25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24387" y="2043224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843" y="1652167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947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 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76" y="640557"/>
            <a:ext cx="5346003" cy="6223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using something called ‘implicit differentiation’ (Year 2), but you could easily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  <a:blipFill>
                <a:blip r:embed="rId3"/>
                <a:stretch>
                  <a:fillRect l="-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4774019" y="786809"/>
            <a:ext cx="894525" cy="193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45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Increasing and Decreasing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683568" y="1628800"/>
            <a:ext cx="3200400" cy="2604977"/>
          </a:xfrm>
          <a:custGeom>
            <a:avLst/>
            <a:gdLst>
              <a:gd name="connsiteX0" fmla="*/ 0 w 3200400"/>
              <a:gd name="connsiteY0" fmla="*/ 2604977 h 2604977"/>
              <a:gd name="connsiteX1" fmla="*/ 1190846 w 3200400"/>
              <a:gd name="connsiteY1" fmla="*/ 1063256 h 2604977"/>
              <a:gd name="connsiteX2" fmla="*/ 2211572 w 3200400"/>
              <a:gd name="connsiteY2" fmla="*/ 797442 h 2604977"/>
              <a:gd name="connsiteX3" fmla="*/ 2477386 w 3200400"/>
              <a:gd name="connsiteY3" fmla="*/ 712381 h 2604977"/>
              <a:gd name="connsiteX4" fmla="*/ 2849525 w 3200400"/>
              <a:gd name="connsiteY4" fmla="*/ 467833 h 2604977"/>
              <a:gd name="connsiteX5" fmla="*/ 3200400 w 3200400"/>
              <a:gd name="connsiteY5" fmla="*/ 0 h 260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400" h="2604977">
                <a:moveTo>
                  <a:pt x="0" y="2604977"/>
                </a:moveTo>
                <a:cubicBezTo>
                  <a:pt x="411125" y="1984744"/>
                  <a:pt x="822251" y="1364512"/>
                  <a:pt x="1190846" y="1063256"/>
                </a:cubicBezTo>
                <a:cubicBezTo>
                  <a:pt x="1559441" y="762000"/>
                  <a:pt x="1997149" y="855921"/>
                  <a:pt x="2211572" y="797442"/>
                </a:cubicBezTo>
                <a:cubicBezTo>
                  <a:pt x="2425995" y="738963"/>
                  <a:pt x="2371061" y="767316"/>
                  <a:pt x="2477386" y="712381"/>
                </a:cubicBezTo>
                <a:cubicBezTo>
                  <a:pt x="2583712" y="657446"/>
                  <a:pt x="2729023" y="586563"/>
                  <a:pt x="2849525" y="467833"/>
                </a:cubicBezTo>
                <a:cubicBezTo>
                  <a:pt x="2970027" y="349103"/>
                  <a:pt x="3085213" y="174551"/>
                  <a:pt x="32004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637565" y="2948115"/>
            <a:ext cx="2016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you think it means for a function to be an ‘increasing function’?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An increasing function is one whose gradient is always at least 0.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  <a:blipFill>
                <a:blip r:embed="rId2"/>
                <a:stretch>
                  <a:fillRect l="-988" t="-1075" b="-2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It would be ‘</a:t>
                </a:r>
                <a:r>
                  <a:rPr lang="en-GB" sz="1400" b="1" u="sng" dirty="0"/>
                  <a:t>strictly</a:t>
                </a:r>
                <a:r>
                  <a:rPr lang="en-GB" sz="1400" b="1" dirty="0"/>
                  <a:t> increasing</a:t>
                </a:r>
                <a:r>
                  <a:rPr lang="en-GB" sz="1400" dirty="0"/>
                  <a:t>’ if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400" dirty="0"/>
                  <a:t> for all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i.e. is not allowed to go horizontal.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blipFill>
                <a:blip r:embed="rId3"/>
                <a:stretch>
                  <a:fillRect l="-746" t="-1653" r="-995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/>
          <p:cNvSpPr/>
          <p:nvPr/>
        </p:nvSpPr>
        <p:spPr>
          <a:xfrm>
            <a:off x="4646428" y="1679944"/>
            <a:ext cx="3104707" cy="2349796"/>
          </a:xfrm>
          <a:custGeom>
            <a:avLst/>
            <a:gdLst>
              <a:gd name="connsiteX0" fmla="*/ 0 w 3104707"/>
              <a:gd name="connsiteY0" fmla="*/ 2349796 h 2349796"/>
              <a:gd name="connsiteX1" fmla="*/ 1052623 w 3104707"/>
              <a:gd name="connsiteY1" fmla="*/ 754912 h 2349796"/>
              <a:gd name="connsiteX2" fmla="*/ 2030819 w 3104707"/>
              <a:gd name="connsiteY2" fmla="*/ 1860698 h 2349796"/>
              <a:gd name="connsiteX3" fmla="*/ 3104707 w 3104707"/>
              <a:gd name="connsiteY3" fmla="*/ 0 h 234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707" h="2349796">
                <a:moveTo>
                  <a:pt x="0" y="2349796"/>
                </a:moveTo>
                <a:cubicBezTo>
                  <a:pt x="357076" y="1593112"/>
                  <a:pt x="714153" y="836428"/>
                  <a:pt x="1052623" y="754912"/>
                </a:cubicBezTo>
                <a:cubicBezTo>
                  <a:pt x="1391093" y="673396"/>
                  <a:pt x="1688805" y="1986517"/>
                  <a:pt x="2030819" y="1860698"/>
                </a:cubicBezTo>
                <a:cubicBezTo>
                  <a:pt x="2372833" y="1734879"/>
                  <a:pt x="2738770" y="867439"/>
                  <a:pt x="310470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24128" y="1484784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1477785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646428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796136" y="4399478"/>
            <a:ext cx="710990" cy="240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660232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90645" y="711791"/>
            <a:ext cx="353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function can also be increasing and decreasing in certain intervals.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5661764" y="2368263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6543496" y="3470219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blipFill>
                <a:blip r:embed="rId6"/>
                <a:stretch>
                  <a:fillRect l="-2381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Decreasing for </a:t>
                </a:r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blipFill>
                <a:blip r:embed="rId7"/>
                <a:stretch>
                  <a:fillRect l="-2110" t="-3125" r="-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blipFill>
                <a:blip r:embed="rId8"/>
                <a:stretch>
                  <a:fillRect l="-2857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could also write “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[2,4]</m:t>
                    </m:r>
                  </m:oMath>
                </a14:m>
                <a:r>
                  <a:rPr lang="en-GB" sz="1600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b="1" dirty="0"/>
                  <a:t> represents all the real numbers between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inclusive, </a:t>
                </a:r>
                <a:r>
                  <a:rPr lang="en-GB" sz="1600" b="1" dirty="0" err="1"/>
                  <a:t>i.e</a:t>
                </a:r>
                <a:r>
                  <a:rPr lang="en-GB" sz="16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  <a:blipFill>
                <a:blip r:embed="rId9"/>
                <a:stretch>
                  <a:fillRect l="-540" t="-442" r="-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4285216" y="4531385"/>
            <a:ext cx="1074184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029" y="4533804"/>
            <a:ext cx="1196380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3531" y="4533804"/>
            <a:ext cx="1143217" cy="586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4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+9≥0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blipFill>
                <a:blip r:embed="rId3"/>
                <a:stretch>
                  <a:fillRect l="-1394" r="-1568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11560" y="4869160"/>
            <a:ext cx="2673901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To show a quadratic is </a:t>
            </a:r>
            <a:r>
              <a:rPr lang="en-GB" sz="1600" u="sng" dirty="0"/>
              <a:t>always</a:t>
            </a:r>
            <a:r>
              <a:rPr lang="en-GB" sz="1600" dirty="0"/>
              <a:t> positive, </a:t>
            </a:r>
            <a:r>
              <a:rPr lang="en-GB" sz="1600" u="sng" dirty="0"/>
              <a:t>complete the square</a:t>
            </a:r>
            <a:r>
              <a:rPr lang="en-GB" sz="1600" dirty="0"/>
              <a:t>, then indicate the squared term is always at least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958" y="1858166"/>
            <a:ext cx="3641282" cy="27244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[−3,1]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blipFill>
                <a:blip r:embed="rId5"/>
                <a:stretch>
                  <a:fillRect l="-1587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79952" y="1849697"/>
            <a:ext cx="3641282" cy="27244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257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blipFill>
                <a:blip r:embed="rId3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+16≥0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blipFill>
                <a:blip r:embed="rId4"/>
                <a:stretch>
                  <a:fillRect l="-1734" r="-193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−45≤0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blipFill>
                <a:blip r:embed="rId5"/>
                <a:stretch>
                  <a:fillRect l="-1538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53958" y="1858165"/>
            <a:ext cx="3641282" cy="2938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952" y="1849696"/>
            <a:ext cx="3981546" cy="29474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73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12G – Pearson Pure Y1 page 271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67F57B6-7AAB-C486-D750-5EDE8B02A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" y="715346"/>
            <a:ext cx="8370943" cy="495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13ADB-1984-EDF4-B3C7-823DE3A5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916832"/>
            <a:ext cx="5816600" cy="2095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A42F90-F98A-6C03-4536-8A4845F6C6E4}"/>
              </a:ext>
            </a:extLst>
          </p:cNvPr>
          <p:cNvSpPr/>
          <p:nvPr/>
        </p:nvSpPr>
        <p:spPr>
          <a:xfrm>
            <a:off x="353958" y="1858165"/>
            <a:ext cx="7026354" cy="2938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785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12G – Pearson Pure Y1 page 271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3D3198C-07F6-6248-5987-FE3B60D4D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82998"/>
            <a:ext cx="7772400" cy="984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6A510C-5BBA-97AE-C284-9B290F0B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12" y="1916832"/>
            <a:ext cx="5816600" cy="360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EFFCDC-303A-7D14-72B0-5C6661AA68C6}"/>
              </a:ext>
            </a:extLst>
          </p:cNvPr>
          <p:cNvSpPr/>
          <p:nvPr/>
        </p:nvSpPr>
        <p:spPr>
          <a:xfrm>
            <a:off x="897360" y="1916832"/>
            <a:ext cx="6336704" cy="2592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3200" dirty="0"/>
              <a:t>a?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B129C-95EB-5F0A-C729-2B0AB84D4FAF}"/>
              </a:ext>
            </a:extLst>
          </p:cNvPr>
          <p:cNvSpPr/>
          <p:nvPr/>
        </p:nvSpPr>
        <p:spPr>
          <a:xfrm>
            <a:off x="897360" y="4581128"/>
            <a:ext cx="6336704" cy="11913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69154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Second Order Derivatives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5747" y="791762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you differentiate once, the expression you get is known as the </a:t>
            </a:r>
            <a:r>
              <a:rPr lang="en-GB" b="1" dirty="0"/>
              <a:t>first derivative</a:t>
            </a:r>
            <a:r>
              <a:rPr lang="en-GB" dirty="0"/>
              <a:t>.</a:t>
            </a:r>
          </a:p>
          <a:p>
            <a:r>
              <a:rPr lang="en-GB" dirty="0"/>
              <a:t>Unsurprisingly, when we differentiate a second time, the resulting expression is known as the </a:t>
            </a:r>
            <a:r>
              <a:rPr lang="en-GB" b="1" dirty="0"/>
              <a:t>second derivative</a:t>
            </a:r>
            <a:r>
              <a:rPr lang="en-GB" dirty="0"/>
              <a:t>. And so 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3369605"/>
                <a:ext cx="144016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2681861"/>
                <a:ext cx="144016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11" y="3547843"/>
                <a:ext cx="144016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945" y="4164911"/>
                <a:ext cx="14401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2681861"/>
                <a:ext cx="1440160" cy="648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251" y="3547843"/>
                <a:ext cx="1440160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185" y="4164911"/>
                <a:ext cx="144016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19" y="5292042"/>
                <a:ext cx="144016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688" y="5288809"/>
                <a:ext cx="1440160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242" y="5244266"/>
                <a:ext cx="1623409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/>
          <p:cNvSpPr/>
          <p:nvPr/>
        </p:nvSpPr>
        <p:spPr>
          <a:xfrm rot="20068808">
            <a:off x="2825916" y="3138602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/>
          <p:cNvSpPr/>
          <p:nvPr/>
        </p:nvSpPr>
        <p:spPr>
          <a:xfrm rot="554370">
            <a:off x="2824434" y="357072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/>
          <p:cNvSpPr/>
          <p:nvPr/>
        </p:nvSpPr>
        <p:spPr>
          <a:xfrm rot="1979714">
            <a:off x="2733691" y="3976384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/>
          <p:cNvSpPr/>
          <p:nvPr/>
        </p:nvSpPr>
        <p:spPr>
          <a:xfrm>
            <a:off x="4852467" y="294368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/>
          <p:cNvSpPr/>
          <p:nvPr/>
        </p:nvSpPr>
        <p:spPr>
          <a:xfrm>
            <a:off x="4852467" y="3626795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/>
          <p:cNvSpPr/>
          <p:nvPr/>
        </p:nvSpPr>
        <p:spPr>
          <a:xfrm>
            <a:off x="4872713" y="4295549"/>
            <a:ext cx="551940" cy="22428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/>
          <p:cNvSpPr/>
          <p:nvPr/>
        </p:nvSpPr>
        <p:spPr>
          <a:xfrm>
            <a:off x="2847305" y="5369440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/>
          <p:cNvSpPr/>
          <p:nvPr/>
        </p:nvSpPr>
        <p:spPr>
          <a:xfrm>
            <a:off x="4929031" y="5366984"/>
            <a:ext cx="459421" cy="2129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 rot="19885247">
            <a:off x="2579976" y="2866925"/>
            <a:ext cx="815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Leibniz’s</a:t>
            </a:r>
          </a:p>
        </p:txBody>
      </p:sp>
      <p:sp>
        <p:nvSpPr>
          <p:cNvPr id="25" name="TextBox 24"/>
          <p:cNvSpPr txBox="1"/>
          <p:nvPr/>
        </p:nvSpPr>
        <p:spPr>
          <a:xfrm rot="2086670">
            <a:off x="2420344" y="4167335"/>
            <a:ext cx="90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Newton’s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5274" y="4985302"/>
            <a:ext cx="106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Lagrange’s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129" y="1999473"/>
            <a:ext cx="186327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Original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7373" y="2004721"/>
            <a:ext cx="165312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First Derivative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467" y="2004721"/>
            <a:ext cx="194238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Second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similarly have the third derivative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), although this is no longer in the A Level syllabus. We’ll see why might use the second derivative soon…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7" y="5861655"/>
                <a:ext cx="8136904" cy="801181"/>
              </a:xfrm>
              <a:prstGeom prst="rect">
                <a:avLst/>
              </a:prstGeom>
              <a:blipFill>
                <a:blip r:embed="rId12"/>
                <a:stretch>
                  <a:fillRect l="-674" b="-114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How does the notation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800" dirty="0"/>
                  <a:t> work?</a:t>
                </a:r>
              </a:p>
              <a:p>
                <a:pPr algn="ctr"/>
                <a:r>
                  <a:rPr lang="en-GB" sz="2800" dirty="0"/>
                  <a:t>Why are the squareds where they are?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40" y="804814"/>
                <a:ext cx="6192688" cy="1195071"/>
              </a:xfrm>
              <a:prstGeom prst="rect">
                <a:avLst/>
              </a:prstGeom>
              <a:blipFill>
                <a:blip r:embed="rId2"/>
                <a:stretch>
                  <a:fillRect b="-137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397211" y="3086630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when we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, we’re effectively doing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(by substitution), although this would typically be written: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369497"/>
                <a:ext cx="3706440" cy="2291589"/>
              </a:xfrm>
              <a:prstGeom prst="rect">
                <a:avLst/>
              </a:prstGeom>
              <a:blipFill>
                <a:blip r:embed="rId4"/>
                <a:stretch>
                  <a:fillRect l="-1480" t="-15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en-GB" dirty="0"/>
                  <a:t> notation is quite handy, because it behaves as a function and allows us to write the original expression and the derivative within a single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80" y="2335828"/>
                <a:ext cx="3706440" cy="2125197"/>
              </a:xfrm>
              <a:prstGeom prst="rect">
                <a:avLst/>
              </a:prstGeom>
              <a:blipFill>
                <a:blip r:embed="rId5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/>
          <p:cNvSpPr/>
          <p:nvPr/>
        </p:nvSpPr>
        <p:spPr>
          <a:xfrm rot="7777920">
            <a:off x="4930037" y="4315141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Therefore, if we wanted to differentiate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twice, we’d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39" y="4881205"/>
                <a:ext cx="5892324" cy="1790618"/>
              </a:xfrm>
              <a:prstGeom prst="rect">
                <a:avLst/>
              </a:prstGeom>
              <a:blipFill>
                <a:blip r:embed="rId6"/>
                <a:stretch>
                  <a:fillRect l="-827" t="-2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52860" y="4760013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51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/>
      <p:bldP spid="23" grpId="0" animBg="1"/>
      <p:bldP spid="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842504"/>
                <a:ext cx="3633251" cy="55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could also be written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60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00808"/>
                <a:ext cx="3096344" cy="2528513"/>
              </a:xfrm>
              <a:prstGeom prst="rect">
                <a:avLst/>
              </a:prstGeom>
              <a:blipFill>
                <a:blip r:embed="rId4"/>
                <a:stretch>
                  <a:fillRect l="-1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644546"/>
                <a:ext cx="3096344" cy="1648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45927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7412" y="1414968"/>
            <a:ext cx="3641282" cy="3526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116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20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83" y="885035"/>
                <a:ext cx="5911917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=15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5616624" cy="1694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60282" y="1480194"/>
            <a:ext cx="5911917" cy="27408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810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2A8C6C-952A-40CA-2BAF-FCA2CBDF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16732"/>
            <a:ext cx="7200801" cy="818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83F44-6FFE-7957-FC7F-A8C20C532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723137"/>
            <a:ext cx="3073772" cy="3411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6C9ADC-1ACA-23F8-D362-1DA3295CED4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45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12H – Pearson Pure Y1 page 272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D3E3C7E-095B-72D4-4CA6-46A9BB82E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03283"/>
            <a:ext cx="4621875" cy="665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02D13-BBC1-F0D2-72CE-69C16444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11" y="1513460"/>
            <a:ext cx="3937868" cy="35770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785C95-C230-A9A6-783C-3E2F93771DC4}"/>
              </a:ext>
            </a:extLst>
          </p:cNvPr>
          <p:cNvSpPr/>
          <p:nvPr/>
        </p:nvSpPr>
        <p:spPr>
          <a:xfrm>
            <a:off x="460282" y="1480194"/>
            <a:ext cx="5983926" cy="39650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875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Stationary/Turning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 stationary point is where the gradient is 0,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  <a:blipFill>
                <a:blip r:embed="rId2"/>
                <a:stretch>
                  <a:fillRect l="-635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1331640" y="1751851"/>
            <a:ext cx="5497033" cy="1905080"/>
          </a:xfrm>
          <a:custGeom>
            <a:avLst/>
            <a:gdLst>
              <a:gd name="connsiteX0" fmla="*/ 0 w 4954772"/>
              <a:gd name="connsiteY0" fmla="*/ 1070433 h 1549138"/>
              <a:gd name="connsiteX1" fmla="*/ 1307805 w 4954772"/>
              <a:gd name="connsiteY1" fmla="*/ 7177 h 1549138"/>
              <a:gd name="connsiteX2" fmla="*/ 3444949 w 4954772"/>
              <a:gd name="connsiteY2" fmla="*/ 1538266 h 1549138"/>
              <a:gd name="connsiteX3" fmla="*/ 4954772 w 4954772"/>
              <a:gd name="connsiteY3" fmla="*/ 570703 h 1549138"/>
              <a:gd name="connsiteX0" fmla="*/ 0 w 5497033"/>
              <a:gd name="connsiteY0" fmla="*/ 1435395 h 1905080"/>
              <a:gd name="connsiteX1" fmla="*/ 1307805 w 5497033"/>
              <a:gd name="connsiteY1" fmla="*/ 372139 h 1905080"/>
              <a:gd name="connsiteX2" fmla="*/ 3444949 w 5497033"/>
              <a:gd name="connsiteY2" fmla="*/ 1903228 h 1905080"/>
              <a:gd name="connsiteX3" fmla="*/ 5497033 w 5497033"/>
              <a:gd name="connsiteY3" fmla="*/ 0 h 190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7033" h="1905080">
                <a:moveTo>
                  <a:pt x="0" y="1435395"/>
                </a:moveTo>
                <a:cubicBezTo>
                  <a:pt x="366823" y="864781"/>
                  <a:pt x="733647" y="294167"/>
                  <a:pt x="1307805" y="372139"/>
                </a:cubicBezTo>
                <a:cubicBezTo>
                  <a:pt x="1881963" y="450111"/>
                  <a:pt x="2746744" y="1965251"/>
                  <a:pt x="3444949" y="1903228"/>
                </a:cubicBezTo>
                <a:cubicBezTo>
                  <a:pt x="4143154" y="1841205"/>
                  <a:pt x="5046035" y="530742"/>
                  <a:pt x="549703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633678" y="211401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3815916" y="365693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8332" y="1657764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maximum</a:t>
            </a:r>
          </a:p>
        </p:txBody>
      </p:sp>
      <p:sp>
        <p:nvSpPr>
          <p:cNvPr id="14" name="Oval 13"/>
          <p:cNvSpPr/>
          <p:nvPr/>
        </p:nvSpPr>
        <p:spPr>
          <a:xfrm>
            <a:off x="2487960" y="2042160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4667113" y="3579771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987824" y="364815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minimum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647" y="2199436"/>
            <a:ext cx="2640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Note:</a:t>
            </a:r>
            <a:r>
              <a:rPr lang="en-GB" sz="1200" dirty="0"/>
              <a:t> It’s called a ‘</a:t>
            </a:r>
            <a:r>
              <a:rPr lang="en-GB" sz="1200" b="1" dirty="0"/>
              <a:t>local</a:t>
            </a:r>
            <a:r>
              <a:rPr lang="en-GB" sz="1200" dirty="0"/>
              <a:t>’ maximum because it’s the function’s largest output within the vicinity. Functions may also have a ‘</a:t>
            </a:r>
            <a:r>
              <a:rPr lang="en-GB" sz="1200" b="1" dirty="0"/>
              <a:t>global</a:t>
            </a:r>
            <a:r>
              <a:rPr lang="en-GB" sz="1200" dirty="0"/>
              <a:t>’ maximum, i.e. the maximum output across the entire function. This particular function doesn’t have a global maximum because the output keeps increasing up to infinity. It similarly has no global minimum, as with all cubics.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coordinates of the turning points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−135=0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−45=0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=−9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=−400                 →  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5,−400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=−9,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=972   →  (−9,972)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blipFill>
                <a:blip r:embed="rId6"/>
                <a:stretch>
                  <a:fillRect l="-525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463293" y="4802336"/>
            <a:ext cx="7893897" cy="19172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7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least value of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Differentiation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5 is the minimum value.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blipFill>
                <a:blip r:embed="rId3"/>
                <a:stretch>
                  <a:fillRect l="-1695" t="-2083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Completing the square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5, and this occurs when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blipFill>
                <a:blip r:embed="rId4"/>
                <a:stretch>
                  <a:fillRect l="-1554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8909" y="1562613"/>
            <a:ext cx="3741043" cy="21544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  <a:br>
              <a:rPr lang="en-GB" sz="2400" dirty="0"/>
            </a:br>
            <a:r>
              <a:rPr lang="en-GB" sz="2400" dirty="0"/>
              <a:t>Method 1: Differentiation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8" y="3717032"/>
            <a:ext cx="3741043" cy="21544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  <a:br>
              <a:rPr lang="en-GB" sz="2400" dirty="0"/>
            </a:br>
            <a:r>
              <a:rPr lang="en-GB" sz="2400" dirty="0"/>
              <a:t>Method 2: </a:t>
            </a:r>
            <a:br>
              <a:rPr lang="en-GB" sz="2400" dirty="0"/>
            </a:br>
            <a:r>
              <a:rPr lang="en-GB" sz="2400" dirty="0"/>
              <a:t>Completing the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192" y="5997603"/>
            <a:ext cx="3168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</a:t>
            </a:r>
            <a:r>
              <a:rPr lang="en-GB" sz="1400" dirty="0"/>
              <a:t>: Method 2 is only applicable for quadratic functions. For others, differentiation must be used.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turning point of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→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turning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blipFill>
                <a:blip r:embed="rId6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427984" y="1562613"/>
            <a:ext cx="3741043" cy="4962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971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Points of Inflection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0872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There’s a third type of stationary point (that we’ve encountered previously):</a:t>
            </a:r>
          </a:p>
        </p:txBody>
      </p:sp>
      <p:sp>
        <p:nvSpPr>
          <p:cNvPr id="6" name="Freeform: Shape 5"/>
          <p:cNvSpPr/>
          <p:nvPr/>
        </p:nvSpPr>
        <p:spPr>
          <a:xfrm>
            <a:off x="1403498" y="1775637"/>
            <a:ext cx="3466214" cy="2721935"/>
          </a:xfrm>
          <a:custGeom>
            <a:avLst/>
            <a:gdLst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214" h="2721935">
                <a:moveTo>
                  <a:pt x="0" y="2721935"/>
                </a:moveTo>
                <a:cubicBezTo>
                  <a:pt x="400493" y="2016642"/>
                  <a:pt x="1059700" y="1258707"/>
                  <a:pt x="1839432" y="1275907"/>
                </a:cubicBezTo>
                <a:cubicBezTo>
                  <a:pt x="3285460" y="1307805"/>
                  <a:pt x="3242930" y="467832"/>
                  <a:pt x="346621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2292896" y="306030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3125914" y="2977825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342823" y="1959363"/>
            <a:ext cx="280831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 point of inflection is where the curve changes from convex  concave (or vice versa).</a:t>
            </a:r>
          </a:p>
        </p:txBody>
      </p:sp>
      <p:sp>
        <p:nvSpPr>
          <p:cNvPr id="11" name="Freeform: Shape 10"/>
          <p:cNvSpPr/>
          <p:nvPr/>
        </p:nvSpPr>
        <p:spPr>
          <a:xfrm>
            <a:off x="5497033" y="327397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 rot="11370795">
            <a:off x="6845313" y="313285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657913" y="34498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68" y="3130694"/>
            <a:ext cx="103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806" y="3457496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(the same terms used in optics!)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823" y="4020260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the line curves in one direction before the point of inflection, then curves in the other direction 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3833" y="3856486"/>
            <a:ext cx="2025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Technically we could label these either way round depending on where we view the curve from. What’s important is that the </a:t>
            </a:r>
            <a:r>
              <a:rPr lang="en-GB" sz="1200" b="1" dirty="0"/>
              <a:t>concavity changes</a:t>
            </a:r>
            <a:r>
              <a:rPr lang="en-GB" sz="1200" dirty="0"/>
              <a:t>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571428" y="3577430"/>
            <a:ext cx="812239" cy="241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19792" y="5694099"/>
            <a:ext cx="7791383" cy="738664"/>
            <a:chOff x="719792" y="5694099"/>
            <a:chExt cx="7791383" cy="738664"/>
          </a:xfrm>
        </p:grpSpPr>
        <p:sp>
          <p:nvSpPr>
            <p:cNvPr id="21" name="Rectangle 20"/>
            <p:cNvSpPr/>
            <p:nvPr/>
          </p:nvSpPr>
          <p:spPr>
            <a:xfrm>
              <a:off x="6638968" y="5694099"/>
              <a:ext cx="1872207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9792" y="5694099"/>
              <a:ext cx="5904656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b="1" dirty="0"/>
                <a:t>Side Note</a:t>
              </a:r>
              <a:r>
                <a:rPr lang="en-GB" sz="1400" dirty="0"/>
                <a:t>: Not all points of inflection are stationary points, as can be seen in the example on the right.</a:t>
              </a:r>
            </a:p>
            <a:p>
              <a:r>
                <a:rPr lang="en-GB" sz="1400" dirty="0"/>
                <a:t>A point of inflection which </a:t>
              </a:r>
              <a:r>
                <a:rPr lang="en-GB" sz="1400" b="1" u="sng" dirty="0"/>
                <a:t>is</a:t>
              </a:r>
              <a:r>
                <a:rPr lang="en-GB" sz="1400" dirty="0"/>
                <a:t> a stationary point is known as a </a:t>
              </a:r>
              <a:r>
                <a:rPr lang="en-GB" sz="1400" i="1" dirty="0"/>
                <a:t>saddle point</a:t>
              </a:r>
              <a:r>
                <a:rPr lang="en-GB" sz="1400" dirty="0"/>
                <a:t>.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7099891" y="5732830"/>
              <a:ext cx="564191" cy="617021"/>
            </a:xfrm>
            <a:custGeom>
              <a:avLst/>
              <a:gdLst>
                <a:gd name="connsiteX0" fmla="*/ 0 w 935665"/>
                <a:gd name="connsiteY0" fmla="*/ 574158 h 574158"/>
                <a:gd name="connsiteX1" fmla="*/ 393404 w 935665"/>
                <a:gd name="connsiteY1" fmla="*/ 212651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637289 w 935665"/>
                <a:gd name="connsiteY2" fmla="*/ 115519 h 574158"/>
                <a:gd name="connsiteX3" fmla="*/ 935665 w 935665"/>
                <a:gd name="connsiteY3" fmla="*/ 0 h 57415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432502 w 821365"/>
                <a:gd name="connsiteY2" fmla="*/ 158381 h 555108"/>
                <a:gd name="connsiteX3" fmla="*/ 821365 w 821365"/>
                <a:gd name="connsiteY3" fmla="*/ 0 h 555108"/>
                <a:gd name="connsiteX0" fmla="*/ 0 w 645153"/>
                <a:gd name="connsiteY0" fmla="*/ 607496 h 607496"/>
                <a:gd name="connsiteX1" fmla="*/ 198141 w 645153"/>
                <a:gd name="connsiteY1" fmla="*/ 350764 h 607496"/>
                <a:gd name="connsiteX2" fmla="*/ 432502 w 645153"/>
                <a:gd name="connsiteY2" fmla="*/ 210769 h 607496"/>
                <a:gd name="connsiteX3" fmla="*/ 645153 w 645153"/>
                <a:gd name="connsiteY3" fmla="*/ 0 h 607496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91" h="617021">
                  <a:moveTo>
                    <a:pt x="0" y="617021"/>
                  </a:moveTo>
                  <a:cubicBezTo>
                    <a:pt x="93588" y="443134"/>
                    <a:pt x="126057" y="426410"/>
                    <a:pt x="198141" y="360289"/>
                  </a:cubicBezTo>
                  <a:cubicBezTo>
                    <a:pt x="270225" y="294168"/>
                    <a:pt x="371494" y="280342"/>
                    <a:pt x="432502" y="220294"/>
                  </a:cubicBezTo>
                  <a:cubicBezTo>
                    <a:pt x="493510" y="160246"/>
                    <a:pt x="550679" y="56707"/>
                    <a:pt x="564191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6963693" y="5815013"/>
              <a:ext cx="894432" cy="431825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7357158" y="5984317"/>
              <a:ext cx="97742" cy="926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442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527472" y="1459384"/>
            <a:ext cx="5541505" cy="2493887"/>
          </a:xfrm>
          <a:custGeom>
            <a:avLst/>
            <a:gdLst>
              <a:gd name="connsiteX0" fmla="*/ 0 w 3715657"/>
              <a:gd name="connsiteY0" fmla="*/ 0 h 1836837"/>
              <a:gd name="connsiteX1" fmla="*/ 928914 w 3715657"/>
              <a:gd name="connsiteY1" fmla="*/ 1814286 h 1836837"/>
              <a:gd name="connsiteX2" fmla="*/ 2032000 w 3715657"/>
              <a:gd name="connsiteY2" fmla="*/ 957943 h 1836837"/>
              <a:gd name="connsiteX3" fmla="*/ 2728686 w 3715657"/>
              <a:gd name="connsiteY3" fmla="*/ 101600 h 1836837"/>
              <a:gd name="connsiteX4" fmla="*/ 3715657 w 3715657"/>
              <a:gd name="connsiteY4" fmla="*/ 1190171 h 1836837"/>
              <a:gd name="connsiteX0" fmla="*/ 0 w 3715657"/>
              <a:gd name="connsiteY0" fmla="*/ 0 h 1831027"/>
              <a:gd name="connsiteX1" fmla="*/ 928914 w 3715657"/>
              <a:gd name="connsiteY1" fmla="*/ 1814286 h 1831027"/>
              <a:gd name="connsiteX2" fmla="*/ 2032000 w 3715657"/>
              <a:gd name="connsiteY2" fmla="*/ 957943 h 1831027"/>
              <a:gd name="connsiteX3" fmla="*/ 2728686 w 3715657"/>
              <a:gd name="connsiteY3" fmla="*/ 101600 h 1831027"/>
              <a:gd name="connsiteX4" fmla="*/ 3715657 w 3715657"/>
              <a:gd name="connsiteY4" fmla="*/ 1190171 h 1831027"/>
              <a:gd name="connsiteX0" fmla="*/ 0 w 3715657"/>
              <a:gd name="connsiteY0" fmla="*/ 0 h 1836776"/>
              <a:gd name="connsiteX1" fmla="*/ 928914 w 3715657"/>
              <a:gd name="connsiteY1" fmla="*/ 1814286 h 1836776"/>
              <a:gd name="connsiteX2" fmla="*/ 2032000 w 3715657"/>
              <a:gd name="connsiteY2" fmla="*/ 957943 h 1836776"/>
              <a:gd name="connsiteX3" fmla="*/ 2931886 w 3715657"/>
              <a:gd name="connsiteY3" fmla="*/ 116114 h 1836776"/>
              <a:gd name="connsiteX4" fmla="*/ 3715657 w 3715657"/>
              <a:gd name="connsiteY4" fmla="*/ 1190171 h 1836776"/>
              <a:gd name="connsiteX0" fmla="*/ 0 w 3715657"/>
              <a:gd name="connsiteY0" fmla="*/ 0 h 1830992"/>
              <a:gd name="connsiteX1" fmla="*/ 928914 w 3715657"/>
              <a:gd name="connsiteY1" fmla="*/ 1814286 h 1830992"/>
              <a:gd name="connsiteX2" fmla="*/ 2032000 w 3715657"/>
              <a:gd name="connsiteY2" fmla="*/ 957943 h 1830992"/>
              <a:gd name="connsiteX3" fmla="*/ 2931886 w 3715657"/>
              <a:gd name="connsiteY3" fmla="*/ 116114 h 1830992"/>
              <a:gd name="connsiteX4" fmla="*/ 3715657 w 3715657"/>
              <a:gd name="connsiteY4" fmla="*/ 1190171 h 183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7" h="1830992">
                <a:moveTo>
                  <a:pt x="0" y="0"/>
                </a:moveTo>
                <a:cubicBezTo>
                  <a:pt x="295124" y="827314"/>
                  <a:pt x="590248" y="1654629"/>
                  <a:pt x="928914" y="1814286"/>
                </a:cubicBezTo>
                <a:cubicBezTo>
                  <a:pt x="1267580" y="1973943"/>
                  <a:pt x="1306287" y="936172"/>
                  <a:pt x="2032000" y="957943"/>
                </a:cubicBezTo>
                <a:cubicBezTo>
                  <a:pt x="2757713" y="979714"/>
                  <a:pt x="2651276" y="77409"/>
                  <a:pt x="2931886" y="116114"/>
                </a:cubicBezTo>
                <a:cubicBezTo>
                  <a:pt x="3212496" y="154819"/>
                  <a:pt x="3362476" y="665238"/>
                  <a:pt x="3715657" y="11901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400316"/>
              </p:ext>
            </p:extLst>
          </p:nvPr>
        </p:nvGraphicFramePr>
        <p:xfrm>
          <a:off x="179512" y="4581128"/>
          <a:ext cx="3528392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</a:t>
                      </a:r>
                      <a:r>
                        <a:rPr lang="en-GB" sz="1600" baseline="0" dirty="0"/>
                        <a:t> Minimum</a:t>
                      </a:r>
                      <a:endParaRPr lang="en-GB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-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424001" y="5662079"/>
            <a:ext cx="606513" cy="462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75656" y="6124579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699792" y="5747657"/>
            <a:ext cx="711065" cy="376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1226" y="3878844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3496475" y="2706327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820394" y="1575842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159540" y="4084970"/>
            <a:ext cx="723013" cy="55289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60412"/>
              </p:ext>
            </p:extLst>
          </p:nvPr>
        </p:nvGraphicFramePr>
        <p:xfrm>
          <a:off x="4271538" y="4229210"/>
          <a:ext cx="3528392" cy="2016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Point of Inflection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</a:t>
                      </a:r>
                      <a:r>
                        <a:rPr lang="en-GB" sz="1600" dirty="0" err="1"/>
                        <a:t>p.o.i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>
          <a:xfrm flipV="1">
            <a:off x="4517951" y="5571165"/>
            <a:ext cx="595423" cy="276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565221" y="5592656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82686" y="5305351"/>
            <a:ext cx="701749" cy="287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489354"/>
              </p:ext>
            </p:extLst>
          </p:nvPr>
        </p:nvGraphicFramePr>
        <p:xfrm>
          <a:off x="5395288" y="1938601"/>
          <a:ext cx="3528392" cy="2016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 Maximum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/>
          <p:nvPr/>
        </p:nvCxnSpPr>
        <p:spPr>
          <a:xfrm flipV="1">
            <a:off x="5702300" y="3136900"/>
            <a:ext cx="647700" cy="39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94140" y="3136173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924800" y="3124201"/>
            <a:ext cx="749300" cy="406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3733800" y="2921000"/>
            <a:ext cx="1018067" cy="138784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5257801" y="1600200"/>
            <a:ext cx="901699" cy="40640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281339" y="5513867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2008" y="5513867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5288" y="5165304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95957" y="5165304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6237" y="2896218"/>
            <a:ext cx="1206680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16906" y="2896218"/>
            <a:ext cx="1206680" cy="10552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5288" y="2895298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68831" y="5165304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3395" y="5513867"/>
            <a:ext cx="1117944" cy="10570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</p:spTree>
    <p:extLst>
      <p:ext uri="{BB962C8B-B14F-4D97-AF65-F5344CB8AC3E}">
        <p14:creationId xmlns:p14="http://schemas.microsoft.com/office/powerpoint/2010/main" val="21714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stationary point on the curve with equation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, and determine whether it is a local maximum, a local minimum or a point of inflection.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Strategy</a:t>
                </a:r>
                <a:r>
                  <a:rPr lang="en-GB" sz="1600" dirty="0"/>
                  <a:t>: Find the gradient for values just before and after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 Let’s try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=1.9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=2.1</m:t>
                    </m:r>
                  </m:oMath>
                </a14:m>
                <a:r>
                  <a:rPr lang="en-GB" sz="1600" dirty="0"/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blipFill>
                <a:blip r:embed="rId3"/>
                <a:stretch>
                  <a:fillRect l="-44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∴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=−48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Stationary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blipFill>
                <a:blip r:embed="rId4"/>
                <a:stretch>
                  <a:fillRect l="-1411"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84086"/>
                  </p:ext>
                </p:extLst>
              </p:nvPr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−4.56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5.04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84086"/>
                  </p:ext>
                </p:extLst>
              </p:nvPr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639" r="-200797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639" r="-101600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639" r="-1600" b="-2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01639" r="-200797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01639" r="-101600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01639" r="-1600" b="-1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Connector 12"/>
          <p:cNvCxnSpPr/>
          <p:nvPr/>
        </p:nvCxnSpPr>
        <p:spPr>
          <a:xfrm>
            <a:off x="3222693" y="5416700"/>
            <a:ext cx="775149" cy="378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28897" y="5802845"/>
            <a:ext cx="1152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177516" y="5465136"/>
            <a:ext cx="935665" cy="329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Looking at the shape, we can see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dirty="0"/>
                  <a:t> is a minimum.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blipFill>
                <a:blip r:embed="rId6"/>
                <a:stretch>
                  <a:fillRect l="-889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20174" y="2699657"/>
            <a:ext cx="8346455" cy="13589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Turning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174" y="4531388"/>
            <a:ext cx="8346455" cy="21596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Determine point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565" y="4136571"/>
            <a:ext cx="7413063" cy="344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524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Method 2: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method of substituting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just before and after is a bit cumbersome.</a:t>
                </a:r>
              </a:p>
              <a:p>
                <a:r>
                  <a:rPr lang="en-GB" dirty="0"/>
                  <a:t>It also has the potential for problems: what if two different types of stationary points are really close together?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l="-594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Recall the gradient gives a measure of the </a:t>
                </a:r>
                <a:r>
                  <a:rPr lang="en-GB" b="1" dirty="0"/>
                  <a:t>rate of change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i.e. how much the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changes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changes.</a:t>
                </a:r>
              </a:p>
              <a:p>
                <a:endParaRPr lang="en-GB" sz="800" dirty="0"/>
              </a:p>
              <a:p>
                <a:r>
                  <a:rPr lang="en-GB" dirty="0"/>
                  <a:t>Thus by differentiating the gradient function, the </a:t>
                </a:r>
                <a:r>
                  <a:rPr lang="en-GB" b="1" u="sng" dirty="0"/>
                  <a:t>second derivative tells us the rate at what the gradient is changing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Thus if the second derivative is positive, the gradient is increasing.</a:t>
                </a:r>
              </a:p>
              <a:p>
                <a:r>
                  <a:rPr lang="en-GB" dirty="0"/>
                  <a:t>If the second derivative is negative, the gradient is decreasing.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  <a:blipFill>
                <a:blip r:embed="rId3"/>
                <a:stretch>
                  <a:fillRect l="-1333" t="-416" b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4832685" y="2666504"/>
            <a:ext cx="2757715" cy="1814607"/>
          </a:xfrm>
          <a:custGeom>
            <a:avLst/>
            <a:gdLst>
              <a:gd name="connsiteX0" fmla="*/ 0 w 2757715"/>
              <a:gd name="connsiteY0" fmla="*/ 1814607 h 1814607"/>
              <a:gd name="connsiteX1" fmla="*/ 1422400 w 2757715"/>
              <a:gd name="connsiteY1" fmla="*/ 321 h 1814607"/>
              <a:gd name="connsiteX2" fmla="*/ 2757715 w 2757715"/>
              <a:gd name="connsiteY2" fmla="*/ 1698492 h 181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57715" h="1814607">
                <a:moveTo>
                  <a:pt x="0" y="1814607"/>
                </a:moveTo>
                <a:cubicBezTo>
                  <a:pt x="481390" y="917140"/>
                  <a:pt x="962781" y="19673"/>
                  <a:pt x="1422400" y="321"/>
                </a:cubicBezTo>
                <a:cubicBezTo>
                  <a:pt x="1882019" y="-19032"/>
                  <a:pt x="2319867" y="839730"/>
                  <a:pt x="2757715" y="169849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104521" y="3004457"/>
            <a:ext cx="527022" cy="886183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42577" y="2668428"/>
            <a:ext cx="1137194" cy="220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936609" y="3032647"/>
            <a:ext cx="509219" cy="98781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10743" y="2887504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1777" y="1951460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</a:t>
            </a:r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6785" y="2880221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At a maximum point, we can see that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increases, the gradient is decreasing from a positive value to a negative value.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blipFill>
                <a:blip r:embed="rId4"/>
                <a:stretch>
                  <a:fillRect l="-1487" t="-1736" r="-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5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/>
      <p:bldP spid="16" grpId="0"/>
      <p:bldP spid="17" grpId="0"/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Method 2: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2000" dirty="0">
                    <a:latin typeface="Wingdings" panose="05000000000000000000" pitchFamily="2" charset="2"/>
                  </a:rPr>
                  <a:t>!</a:t>
                </a:r>
                <a:r>
                  <a:rPr lang="en-GB" sz="2000" dirty="0"/>
                  <a:t> At a stationary point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2000" dirty="0"/>
                  <a:t> the point is a local minimum.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2000" dirty="0"/>
                  <a:t> the point is a local maximum.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 it could be any type of point, so resort to Method 1.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  <a:blipFill>
                <a:blip r:embed="rId2"/>
                <a:stretch>
                  <a:fillRect l="-707" t="-1802" b="-58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 will eventually do a ‘Just for your Interest…’ thingy on why we can’t classify the point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and how we could use the </a:t>
                </a:r>
                <a:r>
                  <a:rPr lang="en-GB" sz="1400" b="1" dirty="0"/>
                  <a:t>third derivative</a:t>
                </a:r>
                <a:r>
                  <a:rPr lang="en-GB" sz="1400" dirty="0"/>
                  <a:t>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blipFill>
                <a:blip r:embed="rId3"/>
                <a:stretch>
                  <a:fillRect l="-668" t="-1042" r="-1336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8302171" y="2075543"/>
            <a:ext cx="287763" cy="258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stationary point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sz="2000" dirty="0"/>
                  <a:t>. Use the second derivative to classify this stationary point.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Therefore the stationary point is a minimum point.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blipFill>
                <a:blip r:embed="rId5"/>
                <a:stretch>
                  <a:fillRect l="-1068" b="-4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at the stationary point.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  <a:blipFill>
                <a:blip r:embed="rId6"/>
                <a:stretch>
                  <a:fillRect l="-1728" r="-1975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4383315" y="4746171"/>
            <a:ext cx="1103085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4303" y="3540167"/>
            <a:ext cx="7827868" cy="2159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51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86871"/>
            <a:ext cx="6048375" cy="2352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67544" y="836712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2013 Q9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645024"/>
            <a:ext cx="6248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5445" y="3598225"/>
            <a:ext cx="5944595" cy="1991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5445" y="5577238"/>
            <a:ext cx="5944595" cy="1259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342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Sketching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All the way back in Chapter 4, we used features such as intercepts with the axes, and behaviour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GB" dirty="0"/>
                  <a:t> in order to sketch graphs.</a:t>
                </a:r>
              </a:p>
              <a:p>
                <a:r>
                  <a:rPr lang="en-GB" dirty="0"/>
                  <a:t>Now we can also find stationary/turning points!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blipFill>
                <a:blip r:embed="rId2"/>
                <a:stretch>
                  <a:fillRect l="-677" t="-3289" r="-254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[Textbook] By first finding the stationary points, 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+27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 →  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GB" b="1" i="1" dirty="0"/>
              </a:p>
              <a:p>
                <a:endParaRPr lang="en-GB" i="1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→−∞ </m:t>
                    </m:r>
                  </m:oMath>
                </a14:m>
                <a:endParaRPr lang="en-GB" b="1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not defined at </a:t>
                </a:r>
                <a:r>
                  <a:rPr lang="en-GB" b="1" dirty="0"/>
                  <a:t>0</a:t>
                </a:r>
                <a:r>
                  <a:rPr lang="en-GB" dirty="0"/>
                  <a:t>   (due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term)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blipFill>
                <a:blip r:embed="rId4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71103" y="6021288"/>
            <a:ext cx="3940858" cy="713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Vertical Asymptotes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en-GB" sz="2400" dirty="0"/>
                  <a:t>? As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71103" y="2510971"/>
            <a:ext cx="3940858" cy="27966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Turning Points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932040" y="4622366"/>
            <a:ext cx="331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588224" y="2852936"/>
            <a:ext cx="3076" cy="382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 r="-30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blipFill>
                <a:blip r:embed="rId11"/>
                <a:stretch>
                  <a:fillRect r="-18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6719777" y="2700670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/>
          <p:cNvSpPr/>
          <p:nvPr/>
        </p:nvSpPr>
        <p:spPr>
          <a:xfrm rot="10800000">
            <a:off x="5055518" y="5627761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7299960" y="3604260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591300" y="3627120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807830" y="5643001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57786" y="4622245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75440" y="2510971"/>
            <a:ext cx="4301016" cy="42240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Graph</a:t>
            </a:r>
          </a:p>
        </p:txBody>
      </p:sp>
    </p:spTree>
    <p:extLst>
      <p:ext uri="{BB962C8B-B14F-4D97-AF65-F5344CB8AC3E}">
        <p14:creationId xmlns:p14="http://schemas.microsoft.com/office/powerpoint/2010/main" val="352554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2F1012-9B24-025C-637E-42140BEB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03390"/>
            <a:ext cx="7144381" cy="881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14625-F88B-B22B-4B5E-93A8E010A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47" y="1700808"/>
            <a:ext cx="3856653" cy="4762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1034D-A212-6AE7-BEE6-873E7DC5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8" y="1772816"/>
            <a:ext cx="3784600" cy="2832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3FDFC3-7D17-76F5-6CB1-722EAB636E38}"/>
              </a:ext>
            </a:extLst>
          </p:cNvPr>
          <p:cNvSpPr/>
          <p:nvPr/>
        </p:nvSpPr>
        <p:spPr>
          <a:xfrm>
            <a:off x="395536" y="1556792"/>
            <a:ext cx="8136904" cy="4968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42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D6ACDBD-E857-5DAB-AE48-E6C237626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2608"/>
            <a:ext cx="7772400" cy="413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663AC7-272E-3C87-8C00-121C6A308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186871"/>
            <a:ext cx="4292600" cy="5092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0243F0-6F6E-F887-49B7-AE423FFFF477}"/>
              </a:ext>
            </a:extLst>
          </p:cNvPr>
          <p:cNvSpPr/>
          <p:nvPr/>
        </p:nvSpPr>
        <p:spPr>
          <a:xfrm>
            <a:off x="395536" y="1186871"/>
            <a:ext cx="8136904" cy="53384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955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12I – Pearson Pure Y1 page 276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4CE3EA6-98D2-D53C-4C85-62A37D41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71433"/>
            <a:ext cx="4794306" cy="1008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F82B5C-7AB0-3BC9-C21E-65CDD61807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927"/>
          <a:stretch/>
        </p:blipFill>
        <p:spPr>
          <a:xfrm>
            <a:off x="395537" y="1844824"/>
            <a:ext cx="3339924" cy="3888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AC373-01FB-CE77-4D06-30C0663A8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1652973"/>
            <a:ext cx="3021403" cy="517845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8574E6-8E6A-BB36-5E9A-72EB6C9E7277}"/>
              </a:ext>
            </a:extLst>
          </p:cNvPr>
          <p:cNvCxnSpPr/>
          <p:nvPr/>
        </p:nvCxnSpPr>
        <p:spPr>
          <a:xfrm>
            <a:off x="3419872" y="1679545"/>
            <a:ext cx="0" cy="506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0D23079-6ED9-9CED-37D9-2AD90AF61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1" y="2038350"/>
            <a:ext cx="2316298" cy="16523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FC724-96F6-4CE6-83E1-9DAF1172CABD}"/>
              </a:ext>
            </a:extLst>
          </p:cNvPr>
          <p:cNvSpPr/>
          <p:nvPr/>
        </p:nvSpPr>
        <p:spPr>
          <a:xfrm>
            <a:off x="395536" y="1679545"/>
            <a:ext cx="6192688" cy="5061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70B9F-4816-F292-DCDD-185508EA13A9}"/>
              </a:ext>
            </a:extLst>
          </p:cNvPr>
          <p:cNvSpPr/>
          <p:nvPr/>
        </p:nvSpPr>
        <p:spPr>
          <a:xfrm>
            <a:off x="6732239" y="1679545"/>
            <a:ext cx="2316299" cy="50618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3218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8118" y="1157841"/>
                <a:ext cx="3929721" cy="3222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8" y="1157841"/>
                <a:ext cx="3929721" cy="3222677"/>
              </a:xfrm>
              <a:prstGeom prst="rect">
                <a:avLst/>
              </a:prstGeom>
              <a:blipFill>
                <a:blip r:embed="rId2"/>
                <a:stretch>
                  <a:fillRect l="-1290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8989" y="4134125"/>
                <a:ext cx="36724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89" y="4134125"/>
                <a:ext cx="3672408" cy="1200329"/>
              </a:xfrm>
              <a:prstGeom prst="rect">
                <a:avLst/>
              </a:prstGeom>
              <a:blipFill>
                <a:blip r:embed="rId3"/>
                <a:stretch>
                  <a:fillRect l="-1034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581040" y="863213"/>
                <a:ext cx="4557486" cy="499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i="1" dirty="0"/>
                  <a:t>[MAT 2001 1E] </a:t>
                </a:r>
                <a:r>
                  <a:rPr lang="en-GB" sz="1600" dirty="0"/>
                  <a:t>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dirty="0"/>
                  <a:t>. Determine the coordinates of any other point of intersection of the two curves.</a:t>
                </a:r>
              </a:p>
              <a:p>
                <a:r>
                  <a:rPr lang="en-GB" dirty="0"/>
                  <a:t>(</a:t>
                </a:r>
                <a:r>
                  <a:rPr lang="en-GB" dirty="0" err="1"/>
                  <a:t>i</a:t>
                </a:r>
                <a:r>
                  <a:rPr lang="en-GB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(ii) …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 (iii)  when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040" y="863213"/>
                <a:ext cx="4557486" cy="4995342"/>
              </a:xfrm>
              <a:prstGeom prst="rect">
                <a:avLst/>
              </a:prstGeom>
              <a:blipFill>
                <a:blip r:embed="rId4"/>
                <a:stretch>
                  <a:fillRect l="-1111" t="-508" r="-833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84731" y="2060133"/>
                <a:ext cx="2123165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Hint: </a:t>
                </a:r>
                <a:r>
                  <a:rPr lang="en-GB" sz="1600" dirty="0"/>
                  <a:t>When two curves touch, their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values must match, but what else must also match?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731" y="2060133"/>
                <a:ext cx="2123165" cy="1077218"/>
              </a:xfrm>
              <a:prstGeom prst="rect">
                <a:avLst/>
              </a:prstGeom>
              <a:blipFill>
                <a:blip r:embed="rId5"/>
                <a:stretch>
                  <a:fillRect l="-585" t="-1136" r="-117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8138460" y="3124048"/>
            <a:ext cx="216024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45572" y="1186871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5572" y="4240021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4021" y="905878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4021" y="3360884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81972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Therefore there is a turning point for all values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1600" b="1" dirty="0"/>
                  <a:t>. However, this must be a minimum.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If minimum: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   →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blipFill>
                <a:blip r:embed="rId2"/>
                <a:stretch>
                  <a:fillRect l="-1264" t="-645" r="-14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At start of 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blipFill>
                <a:blip r:embed="rId3"/>
                <a:stretch>
                  <a:fillRect l="-1495" t="-1165" b="-2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/>
          <p:cNvSpPr/>
          <p:nvPr/>
        </p:nvSpPr>
        <p:spPr>
          <a:xfrm>
            <a:off x="5569857" y="4080329"/>
            <a:ext cx="2438400" cy="1277257"/>
          </a:xfrm>
          <a:custGeom>
            <a:avLst/>
            <a:gdLst>
              <a:gd name="connsiteX0" fmla="*/ 0 w 2438400"/>
              <a:gd name="connsiteY0" fmla="*/ 1277257 h 1277257"/>
              <a:gd name="connsiteX1" fmla="*/ 870857 w 2438400"/>
              <a:gd name="connsiteY1" fmla="*/ 362857 h 1277257"/>
              <a:gd name="connsiteX2" fmla="*/ 1683657 w 2438400"/>
              <a:gd name="connsiteY2" fmla="*/ 827314 h 1277257"/>
              <a:gd name="connsiteX3" fmla="*/ 2438400 w 2438400"/>
              <a:gd name="connsiteY3" fmla="*/ 0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1277257">
                <a:moveTo>
                  <a:pt x="0" y="1277257"/>
                </a:moveTo>
                <a:cubicBezTo>
                  <a:pt x="295123" y="857552"/>
                  <a:pt x="590247" y="437848"/>
                  <a:pt x="870857" y="362857"/>
                </a:cubicBezTo>
                <a:cubicBezTo>
                  <a:pt x="1151467" y="287866"/>
                  <a:pt x="1422400" y="887790"/>
                  <a:pt x="1683657" y="827314"/>
                </a:cubicBezTo>
                <a:cubicBezTo>
                  <a:pt x="1944914" y="766838"/>
                  <a:pt x="2191657" y="383419"/>
                  <a:pt x="24384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(1,8)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 l="-2804" r="-747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(2,7)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958791" y="5063318"/>
            <a:ext cx="228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Therefore answer is 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04" y="8401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8795" y="816124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87717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[MAT 2001 1E] 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sz="700" dirty="0"/>
              </a:p>
              <a:p>
                <a:r>
                  <a:rPr lang="en-GB" sz="1400" b="1" dirty="0"/>
                  <a:t>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 find max value of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Due to the shape of a cubic, we have the a local maximum gradient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and a local minimum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In range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, answer must either be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1400" b="1" dirty="0"/>
                  <a:t> or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. Substituting these into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yields a higher value for the latter, so answer is (D).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  <a:blipFill>
                <a:blip r:embed="rId2"/>
                <a:stretch>
                  <a:fillRect l="-711" t="-321" b="-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47204" y="852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3805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sz="1600" dirty="0"/>
                  <a:t>. Determine the coordinates of any other point of intersection of the two curves.</a:t>
                </a:r>
              </a:p>
              <a:p>
                <a:r>
                  <a:rPr lang="en-GB" sz="1600" dirty="0"/>
                  <a:t>(</a:t>
                </a:r>
                <a:r>
                  <a:rPr lang="en-GB" sz="1600" dirty="0" err="1"/>
                  <a:t>i</a:t>
                </a:r>
                <a:r>
                  <a:rPr lang="en-GB" sz="1600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(ii) …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  </a:t>
                </a:r>
                <a:br>
                  <a:rPr lang="en-GB" sz="1600" dirty="0"/>
                </a:br>
                <a:r>
                  <a:rPr lang="en-GB" sz="1600" dirty="0"/>
                  <a:t>(iii) … when 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Solutions to Extension Questions 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222" y="641723"/>
            <a:ext cx="5697088" cy="6182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304" y="725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75570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Sketching Gradient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new A Level specification specifically mentions being able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you know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explicitly (e.g. because you differentiated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), you can use your knowledge of sketching straight line/quadratic/cubic graphs.</a:t>
                </a:r>
              </a:p>
              <a:p>
                <a:r>
                  <a:rPr lang="en-GB" dirty="0"/>
                  <a:t>But in other cases </a:t>
                </a:r>
                <a:r>
                  <a:rPr lang="en-GB" b="1" dirty="0"/>
                  <a:t>you won’t be given the function explicitly</a:t>
                </a:r>
                <a:r>
                  <a:rPr lang="en-GB" dirty="0"/>
                  <a:t>, but </a:t>
                </a:r>
                <a:r>
                  <a:rPr lang="en-GB" b="1" dirty="0"/>
                  <a:t>just the sketch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blipFill>
                <a:blip r:embed="rId2"/>
                <a:stretch>
                  <a:fillRect l="-1774" t="-762" r="-1996" b="-11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4837584" y="1184920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62648" y="3844900"/>
            <a:ext cx="4608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4356100" y="1549400"/>
            <a:ext cx="3594100" cy="2844838"/>
          </a:xfrm>
          <a:custGeom>
            <a:avLst/>
            <a:gdLst>
              <a:gd name="connsiteX0" fmla="*/ 0 w 3594100"/>
              <a:gd name="connsiteY0" fmla="*/ 0 h 2844838"/>
              <a:gd name="connsiteX1" fmla="*/ 2019300 w 3594100"/>
              <a:gd name="connsiteY1" fmla="*/ 2844800 h 2844838"/>
              <a:gd name="connsiteX2" fmla="*/ 3594100 w 3594100"/>
              <a:gd name="connsiteY2" fmla="*/ 50800 h 284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4100" h="2844838">
                <a:moveTo>
                  <a:pt x="0" y="0"/>
                </a:moveTo>
                <a:cubicBezTo>
                  <a:pt x="710141" y="1418166"/>
                  <a:pt x="1420283" y="2836333"/>
                  <a:pt x="2019300" y="2844800"/>
                </a:cubicBezTo>
                <a:cubicBezTo>
                  <a:pt x="2618317" y="2853267"/>
                  <a:pt x="3106208" y="1452033"/>
                  <a:pt x="3594100" y="50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 rot="5400000">
            <a:off x="4770465" y="3725836"/>
            <a:ext cx="434919" cy="233045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blipFill>
                <a:blip r:embed="rId5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blipFill>
                <a:blip r:embed="rId6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blipFill>
                <a:blip r:embed="rId7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 rot="5400000">
            <a:off x="6222339" y="4699859"/>
            <a:ext cx="407920" cy="4062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Brace 18"/>
          <p:cNvSpPr/>
          <p:nvPr/>
        </p:nvSpPr>
        <p:spPr>
          <a:xfrm rot="5400000">
            <a:off x="7563777" y="3818798"/>
            <a:ext cx="420618" cy="2155628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4013200" y="3844900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413854" y="3121503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84158" y="3753459"/>
            <a:ext cx="198867" cy="18218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5393208" y="1993900"/>
            <a:ext cx="1579092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gradient at the turning point is 0.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901552" y="2472730"/>
            <a:ext cx="410348" cy="110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4318000" y="2108200"/>
            <a:ext cx="974562" cy="189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negative, but increasing.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  <a:blipFill>
                <a:blip r:embed="rId10"/>
                <a:stretch>
                  <a:fillRect l="-442" r="-1327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positive, and increasing.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  <a:blipFill>
                <a:blip r:embed="rId11"/>
                <a:stretch>
                  <a:fillRect l="-478" r="-3349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H="1">
            <a:off x="7632700" y="2727233"/>
            <a:ext cx="199858" cy="650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7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/>
      <p:bldP spid="31" grpId="0" animBg="1"/>
      <p:bldP spid="3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 Harder One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1435100" y="1714502"/>
            <a:ext cx="5918199" cy="1999000"/>
          </a:xfrm>
          <a:custGeom>
            <a:avLst/>
            <a:gdLst>
              <a:gd name="connsiteX0" fmla="*/ 0 w 5219700"/>
              <a:gd name="connsiteY0" fmla="*/ 43453 h 3040653"/>
              <a:gd name="connsiteX1" fmla="*/ 1308100 w 5219700"/>
              <a:gd name="connsiteY1" fmla="*/ 1732553 h 3040653"/>
              <a:gd name="connsiteX2" fmla="*/ 2514600 w 5219700"/>
              <a:gd name="connsiteY2" fmla="*/ 907053 h 3040653"/>
              <a:gd name="connsiteX3" fmla="*/ 3302000 w 5219700"/>
              <a:gd name="connsiteY3" fmla="*/ 81553 h 3040653"/>
              <a:gd name="connsiteX4" fmla="*/ 5219700 w 5219700"/>
              <a:gd name="connsiteY4" fmla="*/ 3040653 h 3040653"/>
              <a:gd name="connsiteX0" fmla="*/ 0 w 5219700"/>
              <a:gd name="connsiteY0" fmla="*/ 28459 h 3025659"/>
              <a:gd name="connsiteX1" fmla="*/ 1308100 w 5219700"/>
              <a:gd name="connsiteY1" fmla="*/ 1717559 h 3025659"/>
              <a:gd name="connsiteX2" fmla="*/ 2514600 w 5219700"/>
              <a:gd name="connsiteY2" fmla="*/ 892059 h 3025659"/>
              <a:gd name="connsiteX3" fmla="*/ 3302000 w 5219700"/>
              <a:gd name="connsiteY3" fmla="*/ 66559 h 3025659"/>
              <a:gd name="connsiteX4" fmla="*/ 5219700 w 5219700"/>
              <a:gd name="connsiteY4" fmla="*/ 3025659 h 3025659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302000 w 5219700"/>
              <a:gd name="connsiteY3" fmla="*/ 381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540729"/>
              <a:gd name="connsiteY0" fmla="*/ 0 h 1997075"/>
              <a:gd name="connsiteX1" fmla="*/ 1308100 w 5540729"/>
              <a:gd name="connsiteY1" fmla="*/ 1689100 h 1997075"/>
              <a:gd name="connsiteX2" fmla="*/ 2514600 w 5540729"/>
              <a:gd name="connsiteY2" fmla="*/ 863600 h 1997075"/>
              <a:gd name="connsiteX3" fmla="*/ 3979729 w 5540729"/>
              <a:gd name="connsiteY3" fmla="*/ 25400 h 1997075"/>
              <a:gd name="connsiteX4" fmla="*/ 5540729 w 5540729"/>
              <a:gd name="connsiteY4" fmla="*/ 1997075 h 1997075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2514600 w 5540729"/>
              <a:gd name="connsiteY2" fmla="*/ 863600 h 1999000"/>
              <a:gd name="connsiteX3" fmla="*/ 3979729 w 5540729"/>
              <a:gd name="connsiteY3" fmla="*/ 25400 h 1999000"/>
              <a:gd name="connsiteX4" fmla="*/ 5540729 w 5540729"/>
              <a:gd name="connsiteY4" fmla="*/ 1997075 h 1999000"/>
              <a:gd name="connsiteX0" fmla="*/ 0 w 5540729"/>
              <a:gd name="connsiteY0" fmla="*/ 1602 h 2000602"/>
              <a:gd name="connsiteX1" fmla="*/ 1308100 w 5540729"/>
              <a:gd name="connsiteY1" fmla="*/ 1690702 h 2000602"/>
              <a:gd name="connsiteX2" fmla="*/ 1902397 w 5540729"/>
              <a:gd name="connsiteY2" fmla="*/ 1039825 h 2000602"/>
              <a:gd name="connsiteX3" fmla="*/ 2514600 w 5540729"/>
              <a:gd name="connsiteY3" fmla="*/ 865202 h 2000602"/>
              <a:gd name="connsiteX4" fmla="*/ 3979729 w 5540729"/>
              <a:gd name="connsiteY4" fmla="*/ 27002 h 2000602"/>
              <a:gd name="connsiteX5" fmla="*/ 5540729 w 5540729"/>
              <a:gd name="connsiteY5" fmla="*/ 1998677 h 2000602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1906857 w 5540729"/>
              <a:gd name="connsiteY2" fmla="*/ 1238248 h 1999000"/>
              <a:gd name="connsiteX3" fmla="*/ 2514600 w 5540729"/>
              <a:gd name="connsiteY3" fmla="*/ 863600 h 1999000"/>
              <a:gd name="connsiteX4" fmla="*/ 3979729 w 5540729"/>
              <a:gd name="connsiteY4" fmla="*/ 25400 h 1999000"/>
              <a:gd name="connsiteX5" fmla="*/ 5540729 w 5540729"/>
              <a:gd name="connsiteY5" fmla="*/ 1997075 h 19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0729" h="1999000">
                <a:moveTo>
                  <a:pt x="0" y="0"/>
                </a:moveTo>
                <a:cubicBezTo>
                  <a:pt x="444500" y="772583"/>
                  <a:pt x="990291" y="1482725"/>
                  <a:pt x="1308100" y="1689100"/>
                </a:cubicBezTo>
                <a:cubicBezTo>
                  <a:pt x="1625909" y="1895475"/>
                  <a:pt x="1826159" y="1475844"/>
                  <a:pt x="1906857" y="1238248"/>
                </a:cubicBezTo>
                <a:cubicBezTo>
                  <a:pt x="1996472" y="953027"/>
                  <a:pt x="2048735" y="880004"/>
                  <a:pt x="2514600" y="863600"/>
                </a:cubicBezTo>
                <a:cubicBezTo>
                  <a:pt x="2980465" y="847196"/>
                  <a:pt x="3475374" y="-163513"/>
                  <a:pt x="3979729" y="25400"/>
                </a:cubicBezTo>
                <a:cubicBezTo>
                  <a:pt x="4484084" y="214313"/>
                  <a:pt x="4450605" y="2066925"/>
                  <a:pt x="5540729" y="19970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e 10"/>
          <p:cNvSpPr/>
          <p:nvPr/>
        </p:nvSpPr>
        <p:spPr>
          <a:xfrm rot="5400000">
            <a:off x="1687540" y="4129063"/>
            <a:ext cx="282519" cy="177800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507008" y="5290667"/>
            <a:ext cx="601192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13" name="Right Brace 12"/>
          <p:cNvSpPr/>
          <p:nvPr/>
        </p:nvSpPr>
        <p:spPr>
          <a:xfrm rot="5400000">
            <a:off x="2817554" y="4865378"/>
            <a:ext cx="269821" cy="318071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/>
          <p:cNvSpPr/>
          <p:nvPr/>
        </p:nvSpPr>
        <p:spPr>
          <a:xfrm rot="5400000">
            <a:off x="3398434" y="4633459"/>
            <a:ext cx="295224" cy="73110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5400000">
            <a:off x="4058588" y="4747513"/>
            <a:ext cx="320621" cy="5030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/>
          <p:cNvSpPr/>
          <p:nvPr/>
        </p:nvSpPr>
        <p:spPr>
          <a:xfrm rot="5400000">
            <a:off x="4835786" y="4559511"/>
            <a:ext cx="333321" cy="866306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e 16"/>
          <p:cNvSpPr/>
          <p:nvPr/>
        </p:nvSpPr>
        <p:spPr>
          <a:xfrm rot="5400000">
            <a:off x="5498345" y="4844247"/>
            <a:ext cx="326974" cy="27778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Brace 17"/>
          <p:cNvSpPr/>
          <p:nvPr/>
        </p:nvSpPr>
        <p:spPr>
          <a:xfrm rot="5400000">
            <a:off x="6334957" y="4433083"/>
            <a:ext cx="333322" cy="1144563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753468" y="5284885"/>
            <a:ext cx="409998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1833" y="5285886"/>
            <a:ext cx="574229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1581" y="5284884"/>
            <a:ext cx="458020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3949" y="5284884"/>
            <a:ext cx="69242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7350" y="5273627"/>
            <a:ext cx="42862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394" y="5273627"/>
            <a:ext cx="71360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39799" y="3789040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7178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1115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9116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397376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422901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8420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92808" y="4144764"/>
            <a:ext cx="1923008" cy="706636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Freeform: Shape 35"/>
          <p:cNvSpPr/>
          <p:nvPr/>
        </p:nvSpPr>
        <p:spPr>
          <a:xfrm>
            <a:off x="2914650" y="3631698"/>
            <a:ext cx="1123950" cy="521201"/>
          </a:xfrm>
          <a:custGeom>
            <a:avLst/>
            <a:gdLst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521201 h 521201"/>
              <a:gd name="connsiteX1" fmla="*/ 581025 w 1123950"/>
              <a:gd name="connsiteY1" fmla="*/ 501 h 521201"/>
              <a:gd name="connsiteX2" fmla="*/ 1123950 w 1123950"/>
              <a:gd name="connsiteY2" fmla="*/ 435476 h 5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3950" h="521201">
                <a:moveTo>
                  <a:pt x="0" y="521201"/>
                </a:moveTo>
                <a:cubicBezTo>
                  <a:pt x="206375" y="461669"/>
                  <a:pt x="393700" y="14788"/>
                  <a:pt x="581025" y="501"/>
                </a:cubicBezTo>
                <a:cubicBezTo>
                  <a:pt x="768350" y="-13786"/>
                  <a:pt x="946150" y="280695"/>
                  <a:pt x="1123950" y="435476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/>
          <p:cNvSpPr/>
          <p:nvPr/>
        </p:nvSpPr>
        <p:spPr>
          <a:xfrm>
            <a:off x="4019550" y="4019550"/>
            <a:ext cx="428625" cy="123958"/>
          </a:xfrm>
          <a:custGeom>
            <a:avLst/>
            <a:gdLst>
              <a:gd name="connsiteX0" fmla="*/ 0 w 428625"/>
              <a:gd name="connsiteY0" fmla="*/ 19050 h 123958"/>
              <a:gd name="connsiteX1" fmla="*/ 180975 w 428625"/>
              <a:gd name="connsiteY1" fmla="*/ 123825 h 123958"/>
              <a:gd name="connsiteX2" fmla="*/ 428625 w 428625"/>
              <a:gd name="connsiteY2" fmla="*/ 0 h 12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123958">
                <a:moveTo>
                  <a:pt x="0" y="19050"/>
                </a:moveTo>
                <a:cubicBezTo>
                  <a:pt x="54769" y="73025"/>
                  <a:pt x="109538" y="127000"/>
                  <a:pt x="180975" y="123825"/>
                </a:cubicBezTo>
                <a:cubicBezTo>
                  <a:pt x="252412" y="120650"/>
                  <a:pt x="340518" y="60325"/>
                  <a:pt x="428625" y="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/>
          <p:cNvSpPr/>
          <p:nvPr/>
        </p:nvSpPr>
        <p:spPr>
          <a:xfrm>
            <a:off x="4429125" y="3809537"/>
            <a:ext cx="1247775" cy="333838"/>
          </a:xfrm>
          <a:custGeom>
            <a:avLst/>
            <a:gdLst>
              <a:gd name="connsiteX0" fmla="*/ 0 w 1104900"/>
              <a:gd name="connsiteY0" fmla="*/ 390965 h 457640"/>
              <a:gd name="connsiteX1" fmla="*/ 619125 w 1104900"/>
              <a:gd name="connsiteY1" fmla="*/ 440 h 457640"/>
              <a:gd name="connsiteX2" fmla="*/ 1104900 w 1104900"/>
              <a:gd name="connsiteY2" fmla="*/ 457640 h 457640"/>
              <a:gd name="connsiteX0" fmla="*/ 0 w 1247775"/>
              <a:gd name="connsiteY0" fmla="*/ 391930 h 515755"/>
              <a:gd name="connsiteX1" fmla="*/ 619125 w 1247775"/>
              <a:gd name="connsiteY1" fmla="*/ 1405 h 515755"/>
              <a:gd name="connsiteX2" fmla="*/ 1247775 w 1247775"/>
              <a:gd name="connsiteY2" fmla="*/ 515755 h 515755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0013 h 333838"/>
              <a:gd name="connsiteX1" fmla="*/ 606425 w 1247775"/>
              <a:gd name="connsiteY1" fmla="*/ 3638 h 333838"/>
              <a:gd name="connsiteX2" fmla="*/ 1247775 w 1247775"/>
              <a:gd name="connsiteY2" fmla="*/ 333838 h 3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7775" h="333838">
                <a:moveTo>
                  <a:pt x="0" y="210013"/>
                </a:moveTo>
                <a:cubicBezTo>
                  <a:pt x="217487" y="9194"/>
                  <a:pt x="265113" y="-10650"/>
                  <a:pt x="606425" y="3638"/>
                </a:cubicBezTo>
                <a:cubicBezTo>
                  <a:pt x="935038" y="-20174"/>
                  <a:pt x="1096962" y="110794"/>
                  <a:pt x="1247775" y="333838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/>
          <p:cNvSpPr/>
          <p:nvPr/>
        </p:nvSpPr>
        <p:spPr>
          <a:xfrm>
            <a:off x="5686425" y="4152900"/>
            <a:ext cx="1495425" cy="496099"/>
          </a:xfrm>
          <a:custGeom>
            <a:avLst/>
            <a:gdLst>
              <a:gd name="connsiteX0" fmla="*/ 0 w 1495425"/>
              <a:gd name="connsiteY0" fmla="*/ 0 h 496099"/>
              <a:gd name="connsiteX1" fmla="*/ 523875 w 1495425"/>
              <a:gd name="connsiteY1" fmla="*/ 495300 h 496099"/>
              <a:gd name="connsiteX2" fmla="*/ 1228725 w 1495425"/>
              <a:gd name="connsiteY2" fmla="*/ 114300 h 496099"/>
              <a:gd name="connsiteX3" fmla="*/ 1495425 w 1495425"/>
              <a:gd name="connsiteY3" fmla="*/ 57150 h 49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5425" h="496099">
                <a:moveTo>
                  <a:pt x="0" y="0"/>
                </a:moveTo>
                <a:cubicBezTo>
                  <a:pt x="159544" y="238125"/>
                  <a:pt x="319088" y="476250"/>
                  <a:pt x="523875" y="495300"/>
                </a:cubicBezTo>
                <a:cubicBezTo>
                  <a:pt x="728662" y="514350"/>
                  <a:pt x="1066800" y="187325"/>
                  <a:pt x="1228725" y="114300"/>
                </a:cubicBezTo>
                <a:cubicBezTo>
                  <a:pt x="1390650" y="41275"/>
                  <a:pt x="1443037" y="49212"/>
                  <a:pt x="1495425" y="5715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357362" y="935000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799" y="780470"/>
            <a:ext cx="2231609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Mentally describe the gradient of each section of the curve, starting your mental sentence with “The gradient is…” and using terms like “positive”, “but increasing”, “but not changing”, etc.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5689" y="2382773"/>
            <a:ext cx="768017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46" name="Oval 45"/>
          <p:cNvSpPr/>
          <p:nvPr/>
        </p:nvSpPr>
        <p:spPr>
          <a:xfrm>
            <a:off x="2845830" y="4059644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5589746" y="4069481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/>
          <p:cNvSpPr txBox="1"/>
          <p:nvPr/>
        </p:nvSpPr>
        <p:spPr>
          <a:xfrm>
            <a:off x="2869698" y="1265803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6310" y="2793450"/>
            <a:ext cx="12344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0, but positive before and after.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3523" y="880376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568" y="2408186"/>
            <a:ext cx="107685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391631" y="2664666"/>
            <a:ext cx="2369597" cy="43088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Gradient is negative. Initially decreases but then tends towards 0.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Tip</a:t>
                </a:r>
                <a:r>
                  <a:rPr lang="en-GB" sz="1200" dirty="0"/>
                  <a:t>: The gradient is momentarily not changing so the gradient of the gradient is 0. We get a </a:t>
                </a:r>
                <a:r>
                  <a:rPr lang="en-GB" sz="1200" b="1" dirty="0"/>
                  <a:t>turning point </a:t>
                </a:r>
                <a:r>
                  <a:rPr lang="en-GB" sz="1200" dirty="0"/>
                  <a:t>in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200" dirty="0"/>
                  <a:t> whenever the </a:t>
                </a:r>
                <a:r>
                  <a:rPr lang="en-GB" sz="1200" b="1" dirty="0"/>
                  <a:t>curve has a point of inflection</a:t>
                </a:r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V="1">
            <a:off x="2108200" y="3880884"/>
            <a:ext cx="1336749" cy="221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2913321" y="3125972"/>
            <a:ext cx="531628" cy="164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Again, on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this is a point of inflection so the gradient function has a turning point. It is also a stationary point,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i.e.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curve touches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-axis.</a:t>
                </a: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H="1" flipV="1">
            <a:off x="4199860" y="4231758"/>
            <a:ext cx="650094" cy="189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9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H="1">
            <a:off x="929166" y="3161719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1403498" y="1573619"/>
            <a:ext cx="5922335" cy="2435624"/>
          </a:xfrm>
          <a:custGeom>
            <a:avLst/>
            <a:gdLst>
              <a:gd name="connsiteX0" fmla="*/ 0 w 5922335"/>
              <a:gd name="connsiteY0" fmla="*/ 0 h 2469373"/>
              <a:gd name="connsiteX1" fmla="*/ 2381693 w 5922335"/>
              <a:gd name="connsiteY1" fmla="*/ 2392325 h 2469373"/>
              <a:gd name="connsiteX2" fmla="*/ 5922335 w 5922335"/>
              <a:gd name="connsiteY2" fmla="*/ 1648046 h 2469373"/>
              <a:gd name="connsiteX0" fmla="*/ 0 w 5922335"/>
              <a:gd name="connsiteY0" fmla="*/ 0 h 2435624"/>
              <a:gd name="connsiteX1" fmla="*/ 2381693 w 5922335"/>
              <a:gd name="connsiteY1" fmla="*/ 2392325 h 2435624"/>
              <a:gd name="connsiteX2" fmla="*/ 5922335 w 5922335"/>
              <a:gd name="connsiteY2" fmla="*/ 1648046 h 243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22335" h="2435624">
                <a:moveTo>
                  <a:pt x="0" y="0"/>
                </a:moveTo>
                <a:cubicBezTo>
                  <a:pt x="697318" y="1058825"/>
                  <a:pt x="1394637" y="2117651"/>
                  <a:pt x="2381693" y="2392325"/>
                </a:cubicBezTo>
                <a:cubicBezTo>
                  <a:pt x="3368749" y="2666999"/>
                  <a:pt x="3614184" y="1540834"/>
                  <a:pt x="5922335" y="16480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>
            <a:off x="1456660" y="3867536"/>
            <a:ext cx="5679204" cy="1384948"/>
          </a:xfrm>
          <a:custGeom>
            <a:avLst/>
            <a:gdLst>
              <a:gd name="connsiteX0" fmla="*/ 0 w 5709684"/>
              <a:gd name="connsiteY0" fmla="*/ 1499846 h 1499846"/>
              <a:gd name="connsiteX1" fmla="*/ 2626242 w 5709684"/>
              <a:gd name="connsiteY1" fmla="*/ 394060 h 1499846"/>
              <a:gd name="connsiteX2" fmla="*/ 3668233 w 5709684"/>
              <a:gd name="connsiteY2" fmla="*/ 655 h 1499846"/>
              <a:gd name="connsiteX3" fmla="*/ 5709684 w 5709684"/>
              <a:gd name="connsiteY3" fmla="*/ 319632 h 1499846"/>
              <a:gd name="connsiteX0" fmla="*/ 0 w 5709684"/>
              <a:gd name="connsiteY0" fmla="*/ 1499490 h 1499490"/>
              <a:gd name="connsiteX1" fmla="*/ 2626242 w 5709684"/>
              <a:gd name="connsiteY1" fmla="*/ 393704 h 1499490"/>
              <a:gd name="connsiteX2" fmla="*/ 3668233 w 5709684"/>
              <a:gd name="connsiteY2" fmla="*/ 299 h 1499490"/>
              <a:gd name="connsiteX3" fmla="*/ 5709684 w 5709684"/>
              <a:gd name="connsiteY3" fmla="*/ 319276 h 1499490"/>
              <a:gd name="connsiteX0" fmla="*/ 0 w 5709684"/>
              <a:gd name="connsiteY0" fmla="*/ 1385316 h 1385316"/>
              <a:gd name="connsiteX1" fmla="*/ 2626242 w 5709684"/>
              <a:gd name="connsiteY1" fmla="*/ 279530 h 1385316"/>
              <a:gd name="connsiteX2" fmla="*/ 3637753 w 5709684"/>
              <a:gd name="connsiteY2" fmla="*/ 425 h 1385316"/>
              <a:gd name="connsiteX3" fmla="*/ 5709684 w 5709684"/>
              <a:gd name="connsiteY3" fmla="*/ 205102 h 1385316"/>
              <a:gd name="connsiteX0" fmla="*/ 0 w 5679204"/>
              <a:gd name="connsiteY0" fmla="*/ 1384948 h 1384948"/>
              <a:gd name="connsiteX1" fmla="*/ 2626242 w 5679204"/>
              <a:gd name="connsiteY1" fmla="*/ 279162 h 1384948"/>
              <a:gd name="connsiteX2" fmla="*/ 3637753 w 5679204"/>
              <a:gd name="connsiteY2" fmla="*/ 57 h 1384948"/>
              <a:gd name="connsiteX3" fmla="*/ 5679204 w 5679204"/>
              <a:gd name="connsiteY3" fmla="*/ 250454 h 138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9204" h="1384948">
                <a:moveTo>
                  <a:pt x="0" y="1384948"/>
                </a:moveTo>
                <a:cubicBezTo>
                  <a:pt x="875414" y="1016353"/>
                  <a:pt x="2019950" y="509977"/>
                  <a:pt x="2626242" y="279162"/>
                </a:cubicBezTo>
                <a:cubicBezTo>
                  <a:pt x="3232534" y="48347"/>
                  <a:pt x="3128926" y="4842"/>
                  <a:pt x="3637753" y="57"/>
                </a:cubicBezTo>
                <a:cubicBezTo>
                  <a:pt x="4146580" y="-4728"/>
                  <a:pt x="4777208" y="297414"/>
                  <a:pt x="5679204" y="250454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972212" y="4806419"/>
            <a:ext cx="103183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Solution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24385" y="2030153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8590" y="3535216"/>
            <a:ext cx="102487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9665" y="2378719"/>
            <a:ext cx="146508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positive; initially increases but then decreases.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1206" y="4361853"/>
            <a:ext cx="1657519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positive, but tending towards 0.</a:t>
            </a:r>
          </a:p>
        </p:txBody>
      </p:sp>
    </p:spTree>
    <p:extLst>
      <p:ext uri="{BB962C8B-B14F-4D97-AF65-F5344CB8AC3E}">
        <p14:creationId xmlns:p14="http://schemas.microsoft.com/office/powerpoint/2010/main" val="264024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12J – Pearson Pure Y1 page 278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7093506-2925-7A66-EA33-E4FC08CB8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764704"/>
            <a:ext cx="8607339" cy="4320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3DBE5-7093-4454-CD9C-D8DBC876619E}"/>
              </a:ext>
            </a:extLst>
          </p:cNvPr>
          <p:cNvSpPr txBox="1"/>
          <p:nvPr/>
        </p:nvSpPr>
        <p:spPr>
          <a:xfrm>
            <a:off x="683568" y="5589240"/>
            <a:ext cx="15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Solutions </a:t>
            </a:r>
            <a:r>
              <a:rPr lang="en-US" dirty="0">
                <a:hlinkClick r:id="rId3"/>
              </a:rPr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467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12J – Pearson Pure Y1 page 278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EB09781-2D4D-98BA-0FD4-DA5A6B1C6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92696"/>
            <a:ext cx="5688632" cy="1518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1B391-30D6-9C21-278D-B00D93E8B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304345"/>
            <a:ext cx="2915197" cy="4170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183BE7-4D17-EDAC-9F32-1BFB0F5F9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183" y="2210776"/>
            <a:ext cx="3839305" cy="4637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6EA76-12C7-3263-89AD-4B5C5C9D7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5445224"/>
            <a:ext cx="1955676" cy="12866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ED7849-EF50-FF54-AA21-6A59ACCC2BBA}"/>
              </a:ext>
            </a:extLst>
          </p:cNvPr>
          <p:cNvSpPr/>
          <p:nvPr/>
        </p:nvSpPr>
        <p:spPr>
          <a:xfrm>
            <a:off x="179512" y="2240796"/>
            <a:ext cx="4680520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DCBD93-8E36-0C2D-E097-9689C37747E4}"/>
              </a:ext>
            </a:extLst>
          </p:cNvPr>
          <p:cNvSpPr/>
          <p:nvPr/>
        </p:nvSpPr>
        <p:spPr>
          <a:xfrm>
            <a:off x="5004048" y="2265081"/>
            <a:ext cx="3960440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09560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7544" y="1556792"/>
                <a:ext cx="394605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2015 1B]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positive whole number,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dirty="0"/>
                  <a:t>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are plotted on the same axes, the number of intersections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will: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odd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even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556792"/>
                <a:ext cx="3946050" cy="4216539"/>
              </a:xfrm>
              <a:prstGeom prst="rect">
                <a:avLst/>
              </a:prstGeom>
              <a:blipFill>
                <a:blip r:embed="rId2"/>
                <a:stretch>
                  <a:fillRect l="-1282" t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14198" y="1649322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6518" y="1140290"/>
                <a:ext cx="309634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(Official solution)</a:t>
                </a:r>
              </a:p>
              <a:p>
                <a:r>
                  <a:rPr lang="en-GB" b="1" dirty="0"/>
                  <a:t>If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an even function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be an odd function, and vice versa.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cross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GB" b="1" dirty="0"/>
                  <a:t> and will have one further intersection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are greater than 0.</a:t>
                </a:r>
              </a:p>
              <a:p>
                <a:endParaRPr lang="en-GB" b="1" dirty="0"/>
              </a:p>
              <a:p>
                <a:r>
                  <a:rPr lang="en-GB" b="1" dirty="0"/>
                  <a:t>The answer is (b).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518" y="1140290"/>
                <a:ext cx="3096344" cy="2862322"/>
              </a:xfrm>
              <a:prstGeom prst="rect">
                <a:avLst/>
              </a:prstGeom>
              <a:blipFill>
                <a:blip r:embed="rId3"/>
                <a:stretch>
                  <a:fillRect l="-1633" t="-881" r="-816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28118" y="4137411"/>
                <a:ext cx="3251076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that:</a:t>
                </a:r>
              </a:p>
              <a:p>
                <a:r>
                  <a:rPr lang="en-GB" b="1" dirty="0"/>
                  <a:t>Odd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b="1" dirty="0"/>
                  <a:t>Even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118" y="4137411"/>
                <a:ext cx="3251076" cy="923330"/>
              </a:xfrm>
              <a:prstGeom prst="rect">
                <a:avLst/>
              </a:prstGeom>
              <a:blipFill>
                <a:blip r:embed="rId4"/>
                <a:stretch>
                  <a:fillRect l="-1158"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198139" y="1067267"/>
            <a:ext cx="3616327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710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7804" y="2636912"/>
            <a:ext cx="3528392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examples of </a:t>
            </a:r>
            <a:r>
              <a:rPr lang="en-GB" b="1" dirty="0"/>
              <a:t>optimisation problems</a:t>
            </a:r>
            <a:r>
              <a:rPr lang="en-GB" dirty="0"/>
              <a:t>: we’re trying to maximise/minimise some quantity by choosing an appropriate value of a variable that we can control.</a:t>
            </a:r>
          </a:p>
        </p:txBody>
      </p:sp>
      <p:grpSp>
        <p:nvGrpSpPr>
          <p:cNvPr id="6" name="Group 5"/>
          <p:cNvGrpSpPr/>
          <p:nvPr/>
        </p:nvGrpSpPr>
        <p:grpSpPr>
          <a:xfrm rot="19612270">
            <a:off x="197931" y="1582482"/>
            <a:ext cx="1512168" cy="1224136"/>
            <a:chOff x="1619672" y="4581128"/>
            <a:chExt cx="2016224" cy="1512168"/>
          </a:xfrm>
        </p:grpSpPr>
        <p:sp>
          <p:nvSpPr>
            <p:cNvPr id="4" name="Snip Single Corner Rectangle 3"/>
            <p:cNvSpPr/>
            <p:nvPr/>
          </p:nvSpPr>
          <p:spPr>
            <a:xfrm>
              <a:off x="1619672" y="4581128"/>
              <a:ext cx="2016224" cy="1512168"/>
            </a:xfrm>
            <a:prstGeom prst="snip1Rect">
              <a:avLst>
                <a:gd name="adj" fmla="val 335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3131840" y="4581128"/>
              <a:ext cx="504056" cy="50405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907703" y="1003243"/>
            <a:ext cx="2951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have a sheet of A4 paper, which we want to fold into a cuboid. What height should we choose for the cuboid in order to maximise the volume?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1520" y="1916832"/>
            <a:ext cx="684574" cy="100811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59632" y="1772816"/>
            <a:ext cx="468550" cy="6817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5" idx="1"/>
          </p:cNvCxnSpPr>
          <p:nvPr/>
        </p:nvCxnSpPr>
        <p:spPr>
          <a:xfrm flipV="1">
            <a:off x="107504" y="1646226"/>
            <a:ext cx="940094" cy="6306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18814" y="2060848"/>
            <a:ext cx="1244874" cy="85873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29962" y="4878452"/>
            <a:ext cx="1440160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p:sp>
        <p:nvSpPr>
          <p:cNvPr id="19" name="Pie 18"/>
          <p:cNvSpPr/>
          <p:nvPr/>
        </p:nvSpPr>
        <p:spPr>
          <a:xfrm>
            <a:off x="4842030" y="4878452"/>
            <a:ext cx="1656184" cy="1440160"/>
          </a:xfrm>
          <a:prstGeom prst="pie">
            <a:avLst>
              <a:gd name="adj1" fmla="val 16208169"/>
              <a:gd name="adj2" fmla="val 540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50m of fencing, and want to make a bear pen of the following shape, such that the area is maximised. What should we choose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be?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blipFill>
                <a:blip r:embed="rId4"/>
                <a:stretch>
                  <a:fillRect l="-2290" t="-1319" r="-1781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Optimisation Problems/Modelling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>
            <a:off x="1424763" y="2275367"/>
            <a:ext cx="170121" cy="2232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blipFill>
                <a:blip r:embed="rId5"/>
                <a:stretch>
                  <a:fillRect r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5739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1537246" y="3549650"/>
            <a:ext cx="288032" cy="656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1628775" y="3571875"/>
            <a:ext cx="114300" cy="7810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‘Rate of change’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Up to now we’ve had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means “the </a:t>
                </a:r>
                <a:r>
                  <a:rPr lang="en-GB" b="1" u="sng" dirty="0"/>
                  <a:t>rate</a:t>
                </a:r>
                <a:r>
                  <a:rPr lang="en-GB" dirty="0"/>
                  <a:t> at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changes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  <a:p>
                <a:endParaRPr lang="en-GB" dirty="0"/>
              </a:p>
              <a:p>
                <a:r>
                  <a:rPr lang="en-GB" dirty="0"/>
                  <a:t>But we can use similar gradient function notation for other </a:t>
                </a:r>
                <a:r>
                  <a:rPr lang="en-GB" b="1" dirty="0"/>
                  <a:t>physical quantities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blipFill>
                <a:blip r:embed="rId2"/>
                <a:stretch>
                  <a:fillRect l="-719"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31640" y="2636912"/>
            <a:ext cx="1728192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1331640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59832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ylinder 10"/>
          <p:cNvSpPr/>
          <p:nvPr/>
        </p:nvSpPr>
        <p:spPr>
          <a:xfrm>
            <a:off x="1322427" y="4238925"/>
            <a:ext cx="1728192" cy="2016224"/>
          </a:xfrm>
          <a:prstGeom prst="can">
            <a:avLst>
              <a:gd name="adj" fmla="val 1397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1260490" y="4542938"/>
            <a:ext cx="1816573" cy="2090006"/>
          </a:xfrm>
          <a:custGeom>
            <a:avLst/>
            <a:gdLst>
              <a:gd name="connsiteX0" fmla="*/ 22860 w 1828800"/>
              <a:gd name="connsiteY0" fmla="*/ 0 h 1356360"/>
              <a:gd name="connsiteX1" fmla="*/ 464820 w 1828800"/>
              <a:gd name="connsiteY1" fmla="*/ 114300 h 1356360"/>
              <a:gd name="connsiteX2" fmla="*/ 807720 w 1828800"/>
              <a:gd name="connsiteY2" fmla="*/ 167640 h 1356360"/>
              <a:gd name="connsiteX3" fmla="*/ 1127760 w 1828800"/>
              <a:gd name="connsiteY3" fmla="*/ 167640 h 1356360"/>
              <a:gd name="connsiteX4" fmla="*/ 1546860 w 1828800"/>
              <a:gd name="connsiteY4" fmla="*/ 83820 h 1356360"/>
              <a:gd name="connsiteX5" fmla="*/ 1821180 w 1828800"/>
              <a:gd name="connsiteY5" fmla="*/ 0 h 1356360"/>
              <a:gd name="connsiteX6" fmla="*/ 1828800 w 1828800"/>
              <a:gd name="connsiteY6" fmla="*/ 1325880 h 1356360"/>
              <a:gd name="connsiteX7" fmla="*/ 0 w 1828800"/>
              <a:gd name="connsiteY7" fmla="*/ 1356360 h 1356360"/>
              <a:gd name="connsiteX8" fmla="*/ 22860 w 1828800"/>
              <a:gd name="connsiteY8" fmla="*/ 0 h 1356360"/>
              <a:gd name="connsiteX0" fmla="*/ 22860 w 1839433"/>
              <a:gd name="connsiteY0" fmla="*/ 0 h 2048894"/>
              <a:gd name="connsiteX1" fmla="*/ 464820 w 1839433"/>
              <a:gd name="connsiteY1" fmla="*/ 114300 h 2048894"/>
              <a:gd name="connsiteX2" fmla="*/ 807720 w 1839433"/>
              <a:gd name="connsiteY2" fmla="*/ 167640 h 2048894"/>
              <a:gd name="connsiteX3" fmla="*/ 1127760 w 1839433"/>
              <a:gd name="connsiteY3" fmla="*/ 167640 h 2048894"/>
              <a:gd name="connsiteX4" fmla="*/ 1546860 w 1839433"/>
              <a:gd name="connsiteY4" fmla="*/ 83820 h 2048894"/>
              <a:gd name="connsiteX5" fmla="*/ 1821180 w 1839433"/>
              <a:gd name="connsiteY5" fmla="*/ 0 h 2048894"/>
              <a:gd name="connsiteX6" fmla="*/ 1839433 w 1839433"/>
              <a:gd name="connsiteY6" fmla="*/ 2048894 h 2048894"/>
              <a:gd name="connsiteX7" fmla="*/ 0 w 1839433"/>
              <a:gd name="connsiteY7" fmla="*/ 1356360 h 2048894"/>
              <a:gd name="connsiteX8" fmla="*/ 22860 w 1839433"/>
              <a:gd name="connsiteY8" fmla="*/ 0 h 2048894"/>
              <a:gd name="connsiteX0" fmla="*/ 0 w 1816573"/>
              <a:gd name="connsiteY0" fmla="*/ 0 h 2090006"/>
              <a:gd name="connsiteX1" fmla="*/ 441960 w 1816573"/>
              <a:gd name="connsiteY1" fmla="*/ 114300 h 2090006"/>
              <a:gd name="connsiteX2" fmla="*/ 784860 w 1816573"/>
              <a:gd name="connsiteY2" fmla="*/ 167640 h 2090006"/>
              <a:gd name="connsiteX3" fmla="*/ 1104900 w 1816573"/>
              <a:gd name="connsiteY3" fmla="*/ 167640 h 2090006"/>
              <a:gd name="connsiteX4" fmla="*/ 1524000 w 1816573"/>
              <a:gd name="connsiteY4" fmla="*/ 83820 h 2090006"/>
              <a:gd name="connsiteX5" fmla="*/ 1798320 w 1816573"/>
              <a:gd name="connsiteY5" fmla="*/ 0 h 2090006"/>
              <a:gd name="connsiteX6" fmla="*/ 1816573 w 1816573"/>
              <a:gd name="connsiteY6" fmla="*/ 2048894 h 2090006"/>
              <a:gd name="connsiteX7" fmla="*/ 19670 w 1816573"/>
              <a:gd name="connsiteY7" fmla="*/ 2090006 h 2090006"/>
              <a:gd name="connsiteX8" fmla="*/ 0 w 1816573"/>
              <a:gd name="connsiteY8" fmla="*/ 0 h 209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16573" h="2090006">
                <a:moveTo>
                  <a:pt x="0" y="0"/>
                </a:moveTo>
                <a:lnTo>
                  <a:pt x="441960" y="114300"/>
                </a:lnTo>
                <a:lnTo>
                  <a:pt x="784860" y="167640"/>
                </a:lnTo>
                <a:lnTo>
                  <a:pt x="1104900" y="167640"/>
                </a:lnTo>
                <a:lnTo>
                  <a:pt x="1524000" y="83820"/>
                </a:lnTo>
                <a:lnTo>
                  <a:pt x="1798320" y="0"/>
                </a:lnTo>
                <a:lnTo>
                  <a:pt x="1816573" y="2048894"/>
                </a:lnTo>
                <a:lnTo>
                  <a:pt x="19670" y="20900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/>
          <p:cNvSpPr/>
          <p:nvPr/>
        </p:nvSpPr>
        <p:spPr>
          <a:xfrm>
            <a:off x="1323975" y="4524375"/>
            <a:ext cx="1739900" cy="165142"/>
          </a:xfrm>
          <a:custGeom>
            <a:avLst/>
            <a:gdLst>
              <a:gd name="connsiteX0" fmla="*/ 0 w 1739900"/>
              <a:gd name="connsiteY0" fmla="*/ 0 h 165142"/>
              <a:gd name="connsiteX1" fmla="*/ 876300 w 1739900"/>
              <a:gd name="connsiteY1" fmla="*/ 165100 h 165142"/>
              <a:gd name="connsiteX2" fmla="*/ 1739900 w 1739900"/>
              <a:gd name="connsiteY2" fmla="*/ 12700 h 16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9900" h="165142">
                <a:moveTo>
                  <a:pt x="0" y="0"/>
                </a:moveTo>
                <a:cubicBezTo>
                  <a:pt x="293158" y="81491"/>
                  <a:pt x="586317" y="162983"/>
                  <a:pt x="876300" y="165100"/>
                </a:cubicBezTo>
                <a:cubicBezTo>
                  <a:pt x="1166283" y="167217"/>
                  <a:pt x="1453091" y="89958"/>
                  <a:pt x="1739900" y="12700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 flipH="1" flipV="1">
            <a:off x="387152" y="3140968"/>
            <a:ext cx="1130498" cy="22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77940" y="3422650"/>
            <a:ext cx="1127010" cy="6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>
            <a:off x="1236514" y="3140968"/>
            <a:ext cx="576064" cy="57606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1809750" y="3422650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517650" y="3430843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xplosion: 8 Points 30"/>
          <p:cNvSpPr/>
          <p:nvPr/>
        </p:nvSpPr>
        <p:spPr>
          <a:xfrm>
            <a:off x="6786363" y="2273300"/>
            <a:ext cx="1944216" cy="1443732"/>
          </a:xfrm>
          <a:prstGeom prst="irregularSeal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Real Life Maths!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096" y="2704604"/>
            <a:ext cx="2930004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 sewage container fills at a rate of 20 cm</a:t>
            </a:r>
            <a:r>
              <a:rPr lang="en-GB" baseline="30000" dirty="0"/>
              <a:t>3</a:t>
            </a:r>
            <a:r>
              <a:rPr lang="en-GB" dirty="0"/>
              <a:t> per second.</a:t>
            </a:r>
          </a:p>
          <a:p>
            <a:endParaRPr lang="en-GB" dirty="0"/>
          </a:p>
          <a:p>
            <a:r>
              <a:rPr lang="en-GB" dirty="0"/>
              <a:t>How could we use appropriate notation to represent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at which the volume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changes with respect to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blipFill>
                <a:blip r:embed="rId4"/>
                <a:stretch>
                  <a:fillRect l="-142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3059832" y="5587941"/>
            <a:ext cx="504056" cy="4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00017 -0.07616 " pathEditMode="relative" rAng="0" ptsTypes="AA">
                                      <p:cBhvr>
                                        <p:cTn id="50" dur="10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6" grpId="0" animBg="1"/>
      <p:bldP spid="11" grpId="0" animBg="1"/>
      <p:bldP spid="11" grpId="1" animBg="1"/>
      <p:bldP spid="10" grpId="0" animBg="1"/>
      <p:bldP spid="20" grpId="0" animBg="1"/>
      <p:bldP spid="31" grpId="0" animBg="1"/>
      <p:bldP spid="32" grpId="0" animBg="1"/>
      <p:bldP spid="33" grpId="0"/>
      <p:bldP spid="3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 Optimisation Problem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6789" y="677224"/>
            <a:ext cx="8134196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Optimisation problems in an exam usually follow the following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2 variables involved (you may have to introduce one yourself), typically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expressions for </a:t>
            </a:r>
            <a:r>
              <a:rPr lang="en-GB" sz="1400" b="1" dirty="0"/>
              <a:t>two different physical quantities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One is a </a:t>
            </a:r>
            <a:r>
              <a:rPr lang="en-GB" sz="1400" b="1" u="sng" dirty="0"/>
              <a:t>constraint</a:t>
            </a:r>
            <a:r>
              <a:rPr lang="en-GB" sz="1400" dirty="0"/>
              <a:t>, e.g. “the surface area is 20cm</a:t>
            </a:r>
            <a:r>
              <a:rPr lang="en-GB" sz="1400" baseline="30000" dirty="0"/>
              <a:t>2</a:t>
            </a:r>
            <a:r>
              <a:rPr lang="en-GB" sz="1400" dirty="0"/>
              <a:t>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The </a:t>
            </a:r>
            <a:r>
              <a:rPr lang="en-GB" sz="1400" b="1" u="sng" dirty="0"/>
              <a:t>other we wish to maximise/minimise</a:t>
            </a:r>
            <a:r>
              <a:rPr lang="en-GB" sz="1400" dirty="0"/>
              <a:t>, e.g. “we wish to maximise the volume”.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use the constraint to </a:t>
            </a:r>
            <a:r>
              <a:rPr lang="en-GB" sz="1400" b="1" u="sng" dirty="0"/>
              <a:t>eliminate one of the variables</a:t>
            </a:r>
            <a:r>
              <a:rPr lang="en-GB" sz="1400" dirty="0"/>
              <a:t> in the latter equation, so that it is then </a:t>
            </a:r>
            <a:r>
              <a:rPr lang="en-GB" sz="1400" b="1" u="sng" dirty="0"/>
              <a:t>just in terms of one variable</a:t>
            </a:r>
            <a:r>
              <a:rPr lang="en-GB" sz="1400" dirty="0"/>
              <a:t>, and we can then use differentiation to find the turning point.</a:t>
            </a:r>
            <a:r>
              <a:rPr lang="en-GB" sz="1400" b="1" u="sng" dirty="0"/>
              <a:t> </a:t>
            </a:r>
          </a:p>
        </p:txBody>
      </p:sp>
      <p:sp>
        <p:nvSpPr>
          <p:cNvPr id="6" name="Cube 5"/>
          <p:cNvSpPr/>
          <p:nvPr/>
        </p:nvSpPr>
        <p:spPr>
          <a:xfrm>
            <a:off x="377644" y="2728279"/>
            <a:ext cx="2727063" cy="135462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large tank in the shape of a cuboid is to be made from 54m</a:t>
                </a:r>
                <a:r>
                  <a:rPr lang="en-GB" sz="1600" baseline="30000" dirty="0"/>
                  <a:t>2</a:t>
                </a:r>
                <a:r>
                  <a:rPr lang="en-GB" sz="1600" dirty="0"/>
                  <a:t> of sheet metal. The tank has a horizontal base and no top. The height of the tank is </a:t>
                </a:r>
                <a14:m>
                  <m:oMath xmlns:m="http://schemas.openxmlformats.org/officeDocument/2006/math">
                    <m:r>
                      <a:rPr lang="en-GB" sz="1600" b="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1600" dirty="0"/>
                  <a:t> metres. Two of the opposite vertical faces are squares.</a:t>
                </a:r>
              </a:p>
              <a:p>
                <a:endParaRPr lang="en-GB" sz="600" dirty="0"/>
              </a:p>
              <a:p>
                <a:r>
                  <a:rPr lang="en-GB" sz="1600" dirty="0"/>
                  <a:t>a) Show that the volume, V m</a:t>
                </a:r>
                <a:r>
                  <a:rPr lang="en-GB" sz="1600" baseline="30000" dirty="0"/>
                  <a:t>3</a:t>
                </a:r>
                <a:r>
                  <a:rPr lang="en-GB" sz="1600" dirty="0"/>
                  <a:t>, of the tank is given by </a:t>
                </a:r>
              </a:p>
              <a:p>
                <a:r>
                  <a:rPr lang="en-GB" sz="1600" b="0" dirty="0"/>
                  <a:t>   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𝑉</m:t>
                    </m:r>
                    <m:r>
                      <a:rPr lang="en-GB" sz="1600" b="0" i="1" smtClean="0">
                        <a:latin typeface="Cambria Math"/>
                      </a:rPr>
                      <m:t>=18</m:t>
                    </m:r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744279" y="2728279"/>
            <a:ext cx="1744" cy="31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4259" y="4847381"/>
            <a:ext cx="2213404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We need to introduce a second variable ourselves so that we can find expressions for the surface area and volume.</a:t>
            </a:r>
          </a:p>
        </p:txBody>
      </p:sp>
      <p:cxnSp>
        <p:nvCxnSpPr>
          <p:cNvPr id="15" name="Straight Arrow Connector 14"/>
          <p:cNvCxnSpPr>
            <a:stCxn id="13" idx="0"/>
            <a:endCxn id="9" idx="2"/>
          </p:cNvCxnSpPr>
          <p:nvPr/>
        </p:nvCxnSpPr>
        <p:spPr>
          <a:xfrm flipV="1">
            <a:off x="1350961" y="4464021"/>
            <a:ext cx="308126" cy="383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b) Given that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can vary, use differentiation to find the maximum or minimum value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=54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we want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/>
                  <a:t> just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54−2</m:t>
                              </m:r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blipFill>
                <a:blip r:embed="rId7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2456121" y="4625163"/>
            <a:ext cx="435935" cy="66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5469" y="4304529"/>
            <a:ext cx="2285999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These are the two equations mentioned in the guidance: one for surface area and one volume.</a:t>
            </a:r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4901609" y="4529470"/>
            <a:ext cx="1913860" cy="9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=18−2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   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Once we have the ‘optimal’ value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, we sub it back into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100" dirty="0"/>
                  <a:t> to get the best possible volume.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  <a:blipFill>
                <a:blip r:embed="rId9"/>
                <a:stretch>
                  <a:fillRect b="-1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H="1">
            <a:off x="7102549" y="5977212"/>
            <a:ext cx="389620" cy="83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50043" y="4348716"/>
            <a:ext cx="3493287" cy="16015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609" y="5975498"/>
            <a:ext cx="2413591" cy="8631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0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26" grpId="0" animBg="1"/>
      <p:bldP spid="33" grpId="0" animBg="1"/>
      <p:bldP spid="40" grpId="0" animBg="1"/>
      <p:bldP spid="4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4" y="1238493"/>
            <a:ext cx="4593355" cy="38226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59639" y="857977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2011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" y="5324893"/>
            <a:ext cx="5656370" cy="1208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688" y="974698"/>
            <a:ext cx="4966312" cy="1406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30" y="2388946"/>
            <a:ext cx="4950214" cy="49898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127" y="5326911"/>
            <a:ext cx="5343352" cy="12865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7984" y="979660"/>
            <a:ext cx="4716016" cy="1412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3275" y="2397288"/>
            <a:ext cx="4716016" cy="5479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8235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0C642D-3D99-363B-971C-D62A4961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08370"/>
            <a:ext cx="8280920" cy="1600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1CA6D-16E2-EAE2-6FC7-92885FBD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73803"/>
            <a:ext cx="3838054" cy="4350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F7C31-2C3E-3773-EEEF-02721B383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18" y="2708920"/>
            <a:ext cx="3528392" cy="23085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9684CA-7AA4-2114-ECE9-4F9ED3AC865C}"/>
              </a:ext>
            </a:extLst>
          </p:cNvPr>
          <p:cNvSpPr/>
          <p:nvPr/>
        </p:nvSpPr>
        <p:spPr>
          <a:xfrm>
            <a:off x="260980" y="246508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F5A17-4BF8-E364-984F-EEF38336EAFA}"/>
              </a:ext>
            </a:extLst>
          </p:cNvPr>
          <p:cNvSpPr/>
          <p:nvPr/>
        </p:nvSpPr>
        <p:spPr>
          <a:xfrm>
            <a:off x="4591104" y="2465079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621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29062ED-535C-3BB5-F0F4-DB169A3C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" y="636899"/>
            <a:ext cx="7772400" cy="1099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6CFAC-2964-1C33-7B94-DD06FD734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50" y="2060848"/>
            <a:ext cx="4223370" cy="15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B9424-3989-BB04-7B0E-4B4B6C566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84" y="1823341"/>
            <a:ext cx="4439394" cy="31389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26D855-81A3-5090-7CD3-57F093CA8FC6}"/>
              </a:ext>
            </a:extLst>
          </p:cNvPr>
          <p:cNvSpPr/>
          <p:nvPr/>
        </p:nvSpPr>
        <p:spPr>
          <a:xfrm>
            <a:off x="337830" y="1823341"/>
            <a:ext cx="423417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72FA1-570D-B865-8D68-AEAC80306D58}"/>
              </a:ext>
            </a:extLst>
          </p:cNvPr>
          <p:cNvSpPr/>
          <p:nvPr/>
        </p:nvSpPr>
        <p:spPr>
          <a:xfrm>
            <a:off x="4667954" y="182334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3789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F3DDC20-C6E8-8496-32AF-0AE813CB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" y="599126"/>
            <a:ext cx="8855125" cy="1893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4BB7C-F699-2F54-0DCF-C68D5614B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7" y="2564904"/>
            <a:ext cx="2504974" cy="4221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7A2ED-B47F-7EF8-5456-8F40AD3E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2564904"/>
            <a:ext cx="2186806" cy="1064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A02F65-89B9-3C0E-F170-6E30BFEEB4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19"/>
          <a:stretch/>
        </p:blipFill>
        <p:spPr>
          <a:xfrm>
            <a:off x="5845884" y="2996704"/>
            <a:ext cx="2990749" cy="38612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50F823-04C7-95A6-94AC-FADFFFFD7148}"/>
              </a:ext>
            </a:extLst>
          </p:cNvPr>
          <p:cNvSpPr/>
          <p:nvPr/>
        </p:nvSpPr>
        <p:spPr>
          <a:xfrm>
            <a:off x="285107" y="2457030"/>
            <a:ext cx="2846733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67D35-1BBA-D327-6543-A7D058673CBA}"/>
              </a:ext>
            </a:extLst>
          </p:cNvPr>
          <p:cNvSpPr/>
          <p:nvPr/>
        </p:nvSpPr>
        <p:spPr>
          <a:xfrm>
            <a:off x="3298117" y="2455939"/>
            <a:ext cx="5560776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9902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734925-06C3-0C6D-5CF0-03FFA0DE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" y="599127"/>
            <a:ext cx="7772400" cy="2341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7CA77-222F-ABB0-AE4E-BF0EE461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27" y="3212976"/>
            <a:ext cx="3312368" cy="3171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5D6DE-68FE-92BA-35FD-0F5AFB9EE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23" y="3071158"/>
            <a:ext cx="3312368" cy="378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39A1F3-3261-0ECA-227B-322607DA9996}"/>
              </a:ext>
            </a:extLst>
          </p:cNvPr>
          <p:cNvSpPr/>
          <p:nvPr/>
        </p:nvSpPr>
        <p:spPr>
          <a:xfrm>
            <a:off x="463282" y="3071158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2B7FE6-FF37-5AC0-AB00-2096EE1BAF59}"/>
              </a:ext>
            </a:extLst>
          </p:cNvPr>
          <p:cNvSpPr/>
          <p:nvPr/>
        </p:nvSpPr>
        <p:spPr>
          <a:xfrm>
            <a:off x="4749603" y="3089106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8763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3568" y="623357"/>
                <a:ext cx="68982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[STEP I 2006 Q2] A small goat is tethered by a rope to a point at ground level on a side of a square barn which stands in a large horizontal field of grass. The sides of the barn are of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the rope is of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be the area of the grass that the goat can graze.</a:t>
                </a:r>
              </a:p>
              <a:p>
                <a:r>
                  <a:rPr lang="en-GB" dirty="0"/>
                  <a:t>Prove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determine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623357"/>
                <a:ext cx="6898254" cy="1477328"/>
              </a:xfrm>
              <a:prstGeom prst="rect">
                <a:avLst/>
              </a:prstGeom>
              <a:blipFill>
                <a:blip r:embed="rId2"/>
                <a:stretch>
                  <a:fillRect l="-734" t="-847" r="-367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04822" y="703187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17" name="Picture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78" y="2432793"/>
            <a:ext cx="6708576" cy="158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/>
          <p:cNvSpPr/>
          <p:nvPr/>
        </p:nvSpPr>
        <p:spPr>
          <a:xfrm>
            <a:off x="591019" y="2263309"/>
            <a:ext cx="7035799" cy="2095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88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37022</TotalTime>
  <Words>7647</Words>
  <Application>Microsoft Macintosh PowerPoint</Application>
  <PresentationFormat>On-screen Show (4:3)</PresentationFormat>
  <Paragraphs>919</Paragraphs>
  <Slides>78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Cambria Math</vt:lpstr>
      <vt:lpstr>Wingdings</vt:lpstr>
      <vt:lpstr>1_Office Theme</vt:lpstr>
      <vt:lpstr>Pure Y1 Ch 12 Differentiation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Lama</cp:lastModifiedBy>
  <cp:revision>1351</cp:revision>
  <dcterms:created xsi:type="dcterms:W3CDTF">2013-02-28T07:36:55Z</dcterms:created>
  <dcterms:modified xsi:type="dcterms:W3CDTF">2023-12-30T14:32:25Z</dcterms:modified>
</cp:coreProperties>
</file>